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6858000" type="screen4x3"/>
  <p:notesSz cx="6858000" cy="9144000"/>
  <p:defaultTextStyle>
    <a:defPPr>
      <a:defRPr lang="en-GB"/>
    </a:defPPr>
    <a:lvl1pPr algn="l" defTabSz="449263" rtl="0" fontAlgn="base">
      <a:spcBef>
        <a:spcPts val="25"/>
      </a:spcBef>
      <a:spcAft>
        <a:spcPts val="25"/>
      </a:spcAft>
      <a:buClr>
        <a:srgbClr val="000000"/>
      </a:buClr>
      <a:buSzPct val="100000"/>
      <a:buFont typeface="Times New Roman" panose="02020603050405020304" pitchFamily="18" charset="0"/>
      <a:defRPr kern="1200">
        <a:solidFill>
          <a:schemeClr val="bg1"/>
        </a:solidFill>
        <a:latin typeface="Calibri" panose="020F0502020204030204" pitchFamily="34" charset="0"/>
        <a:ea typeface="+mn-ea"/>
        <a:cs typeface="Arial" panose="020B0604020202020204" pitchFamily="34" charset="0"/>
      </a:defRPr>
    </a:lvl1pPr>
    <a:lvl2pPr marL="742950" indent="-285750" algn="l" defTabSz="449263" rtl="0" fontAlgn="base">
      <a:spcBef>
        <a:spcPts val="25"/>
      </a:spcBef>
      <a:spcAft>
        <a:spcPts val="25"/>
      </a:spcAft>
      <a:buClr>
        <a:srgbClr val="000000"/>
      </a:buClr>
      <a:buSzPct val="100000"/>
      <a:buFont typeface="Times New Roman" panose="02020603050405020304" pitchFamily="18" charset="0"/>
      <a:defRPr kern="1200">
        <a:solidFill>
          <a:schemeClr val="bg1"/>
        </a:solidFill>
        <a:latin typeface="Calibri" panose="020F0502020204030204" pitchFamily="34" charset="0"/>
        <a:ea typeface="+mn-ea"/>
        <a:cs typeface="Arial" panose="020B0604020202020204" pitchFamily="34" charset="0"/>
      </a:defRPr>
    </a:lvl2pPr>
    <a:lvl3pPr marL="1143000" indent="-228600" algn="l" defTabSz="449263" rtl="0" fontAlgn="base">
      <a:spcBef>
        <a:spcPts val="25"/>
      </a:spcBef>
      <a:spcAft>
        <a:spcPts val="25"/>
      </a:spcAft>
      <a:buClr>
        <a:srgbClr val="000000"/>
      </a:buClr>
      <a:buSzPct val="100000"/>
      <a:buFont typeface="Times New Roman" panose="02020603050405020304" pitchFamily="18" charset="0"/>
      <a:defRPr kern="1200">
        <a:solidFill>
          <a:schemeClr val="bg1"/>
        </a:solidFill>
        <a:latin typeface="Calibri" panose="020F0502020204030204" pitchFamily="34" charset="0"/>
        <a:ea typeface="+mn-ea"/>
        <a:cs typeface="Arial" panose="020B0604020202020204" pitchFamily="34" charset="0"/>
      </a:defRPr>
    </a:lvl3pPr>
    <a:lvl4pPr marL="1600200" indent="-228600" algn="l" defTabSz="449263" rtl="0" fontAlgn="base">
      <a:spcBef>
        <a:spcPts val="25"/>
      </a:spcBef>
      <a:spcAft>
        <a:spcPts val="25"/>
      </a:spcAft>
      <a:buClr>
        <a:srgbClr val="000000"/>
      </a:buClr>
      <a:buSzPct val="100000"/>
      <a:buFont typeface="Times New Roman" panose="02020603050405020304" pitchFamily="18" charset="0"/>
      <a:defRPr kern="1200">
        <a:solidFill>
          <a:schemeClr val="bg1"/>
        </a:solidFill>
        <a:latin typeface="Calibri" panose="020F0502020204030204" pitchFamily="34" charset="0"/>
        <a:ea typeface="+mn-ea"/>
        <a:cs typeface="Arial" panose="020B0604020202020204" pitchFamily="34" charset="0"/>
      </a:defRPr>
    </a:lvl4pPr>
    <a:lvl5pPr marL="2057400" indent="-228600" algn="l" defTabSz="449263" rtl="0" fontAlgn="base">
      <a:spcBef>
        <a:spcPts val="25"/>
      </a:spcBef>
      <a:spcAft>
        <a:spcPts val="25"/>
      </a:spcAft>
      <a:buClr>
        <a:srgbClr val="000000"/>
      </a:buClr>
      <a:buSzPct val="100000"/>
      <a:buFont typeface="Times New Roman" panose="02020603050405020304" pitchFamily="18" charset="0"/>
      <a:defRPr kern="1200">
        <a:solidFill>
          <a:schemeClr val="bg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85" d="100"/>
          <a:sy n="85" d="100"/>
        </p:scale>
        <p:origin x="-780" y="-84"/>
      </p:cViewPr>
      <p:guideLst>
        <p:guide orient="horz" pos="2160"/>
        <p:guide pos="2880"/>
      </p:guideLst>
    </p:cSldViewPr>
  </p:slideViewPr>
  <p:outlineViewPr>
    <p:cViewPr varScale="1">
      <p:scale>
        <a:sx n="170" d="200"/>
        <a:sy n="170" d="200"/>
      </p:scale>
      <p:origin x="-780" y="-84"/>
    </p:cViewPr>
  </p:outline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AutoShape 1">
            <a:extLst>
              <a:ext uri="{FF2B5EF4-FFF2-40B4-BE49-F238E27FC236}">
                <a16:creationId xmlns:a16="http://schemas.microsoft.com/office/drawing/2014/main" id="{C33AF069-B8CB-EC2A-6FC9-133758A88355}"/>
              </a:ext>
            </a:extLst>
          </p:cNvPr>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360" cap="flat">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50" name="Rectangle 2">
            <a:extLst>
              <a:ext uri="{FF2B5EF4-FFF2-40B4-BE49-F238E27FC236}">
                <a16:creationId xmlns:a16="http://schemas.microsoft.com/office/drawing/2014/main" id="{2D81599D-A403-5E40-96BA-3F2C3C0C20C6}"/>
              </a:ext>
            </a:extLst>
          </p:cNvPr>
          <p:cNvSpPr>
            <a:spLocks noGrp="1" noRot="1" noChangeAspect="1" noChangeArrowheads="1"/>
          </p:cNvSpPr>
          <p:nvPr>
            <p:ph type="sldImg"/>
          </p:nvPr>
        </p:nvSpPr>
        <p:spPr bwMode="auto">
          <a:xfrm>
            <a:off x="0" y="695325"/>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051" name="Rectangle 3">
            <a:extLst>
              <a:ext uri="{FF2B5EF4-FFF2-40B4-BE49-F238E27FC236}">
                <a16:creationId xmlns:a16="http://schemas.microsoft.com/office/drawing/2014/main" id="{24072FB8-1C39-75CD-E3CD-6E5C79633507}"/>
              </a:ext>
            </a:extLst>
          </p:cNvPr>
          <p:cNvSpPr>
            <a:spLocks noGrp="1" noChangeArrowheads="1"/>
          </p:cNvSpPr>
          <p:nvPr>
            <p:ph type="body"/>
          </p:nvPr>
        </p:nvSpPr>
        <p:spPr bwMode="auto">
          <a:xfrm>
            <a:off x="685800" y="4343400"/>
            <a:ext cx="5483225" cy="411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7" name="Rectangle 1">
            <a:extLst>
              <a:ext uri="{FF2B5EF4-FFF2-40B4-BE49-F238E27FC236}">
                <a16:creationId xmlns:a16="http://schemas.microsoft.com/office/drawing/2014/main" id="{A07EA105-35D0-CE84-352E-27D259D6671A}"/>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38" name="Rectangle 2">
            <a:extLst>
              <a:ext uri="{FF2B5EF4-FFF2-40B4-BE49-F238E27FC236}">
                <a16:creationId xmlns:a16="http://schemas.microsoft.com/office/drawing/2014/main" id="{05082E92-585E-8CF5-288A-7D8347C0927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1" name="Rectangle 1">
            <a:extLst>
              <a:ext uri="{FF2B5EF4-FFF2-40B4-BE49-F238E27FC236}">
                <a16:creationId xmlns:a16="http://schemas.microsoft.com/office/drawing/2014/main" id="{063844EE-7C2A-3FCD-66A5-04A563DE5C4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2" name="Rectangle 2">
            <a:extLst>
              <a:ext uri="{FF2B5EF4-FFF2-40B4-BE49-F238E27FC236}">
                <a16:creationId xmlns:a16="http://schemas.microsoft.com/office/drawing/2014/main" id="{64BB2CBE-EA8B-AB0B-C079-80428B068DC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5" name="Rectangle 1">
            <a:extLst>
              <a:ext uri="{FF2B5EF4-FFF2-40B4-BE49-F238E27FC236}">
                <a16:creationId xmlns:a16="http://schemas.microsoft.com/office/drawing/2014/main" id="{0313A14D-7B31-CDD0-E1D4-0013C05F01F3}"/>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986" name="Rectangle 2">
            <a:extLst>
              <a:ext uri="{FF2B5EF4-FFF2-40B4-BE49-F238E27FC236}">
                <a16:creationId xmlns:a16="http://schemas.microsoft.com/office/drawing/2014/main" id="{AC149B9C-6897-6348-2665-DAB9789A35FF}"/>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09" name="Rectangle 1">
            <a:extLst>
              <a:ext uri="{FF2B5EF4-FFF2-40B4-BE49-F238E27FC236}">
                <a16:creationId xmlns:a16="http://schemas.microsoft.com/office/drawing/2014/main" id="{F0A9856E-D796-1DB1-7A3A-AF04B72BE592}"/>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0" name="Rectangle 2">
            <a:extLst>
              <a:ext uri="{FF2B5EF4-FFF2-40B4-BE49-F238E27FC236}">
                <a16:creationId xmlns:a16="http://schemas.microsoft.com/office/drawing/2014/main" id="{C895A4F8-8C39-A03E-1288-94ABBA586309}"/>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3" name="Rectangle 1">
            <a:extLst>
              <a:ext uri="{FF2B5EF4-FFF2-40B4-BE49-F238E27FC236}">
                <a16:creationId xmlns:a16="http://schemas.microsoft.com/office/drawing/2014/main" id="{BA6BFE1F-2738-13E7-6B64-CC68FD680B3F}"/>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4034" name="Rectangle 2">
            <a:extLst>
              <a:ext uri="{FF2B5EF4-FFF2-40B4-BE49-F238E27FC236}">
                <a16:creationId xmlns:a16="http://schemas.microsoft.com/office/drawing/2014/main" id="{60843BD8-15E7-92CC-D990-50E7E5A2AC5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7" name="Rectangle 1">
            <a:extLst>
              <a:ext uri="{FF2B5EF4-FFF2-40B4-BE49-F238E27FC236}">
                <a16:creationId xmlns:a16="http://schemas.microsoft.com/office/drawing/2014/main" id="{7F4A50E9-B7CF-3E79-F767-1F0D25016830}"/>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58" name="Rectangle 2">
            <a:extLst>
              <a:ext uri="{FF2B5EF4-FFF2-40B4-BE49-F238E27FC236}">
                <a16:creationId xmlns:a16="http://schemas.microsoft.com/office/drawing/2014/main" id="{BAAF2873-703A-BBA2-5B4B-BAA32979D1A3}"/>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1" name="Rectangle 1">
            <a:extLst>
              <a:ext uri="{FF2B5EF4-FFF2-40B4-BE49-F238E27FC236}">
                <a16:creationId xmlns:a16="http://schemas.microsoft.com/office/drawing/2014/main" id="{174477F4-9C9B-8202-E6B0-5ADD25BAB78F}"/>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082" name="Rectangle 2">
            <a:extLst>
              <a:ext uri="{FF2B5EF4-FFF2-40B4-BE49-F238E27FC236}">
                <a16:creationId xmlns:a16="http://schemas.microsoft.com/office/drawing/2014/main" id="{C48E37EE-5AA6-7715-569E-88B900BDD40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5" name="Rectangle 1">
            <a:extLst>
              <a:ext uri="{FF2B5EF4-FFF2-40B4-BE49-F238E27FC236}">
                <a16:creationId xmlns:a16="http://schemas.microsoft.com/office/drawing/2014/main" id="{DC2196D0-AF29-0C26-CB1C-4685802E47F6}"/>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06" name="Rectangle 2">
            <a:extLst>
              <a:ext uri="{FF2B5EF4-FFF2-40B4-BE49-F238E27FC236}">
                <a16:creationId xmlns:a16="http://schemas.microsoft.com/office/drawing/2014/main" id="{474AB272-2917-5834-1B36-344B9C2F8DA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29" name="Rectangle 1">
            <a:extLst>
              <a:ext uri="{FF2B5EF4-FFF2-40B4-BE49-F238E27FC236}">
                <a16:creationId xmlns:a16="http://schemas.microsoft.com/office/drawing/2014/main" id="{B148C696-B07E-4157-8ACD-32DD51016205}"/>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0" name="Rectangle 2">
            <a:extLst>
              <a:ext uri="{FF2B5EF4-FFF2-40B4-BE49-F238E27FC236}">
                <a16:creationId xmlns:a16="http://schemas.microsoft.com/office/drawing/2014/main" id="{2F9C4DAE-FBCE-0993-BBD5-D4353EE66EB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3" name="Rectangle 1">
            <a:extLst>
              <a:ext uri="{FF2B5EF4-FFF2-40B4-BE49-F238E27FC236}">
                <a16:creationId xmlns:a16="http://schemas.microsoft.com/office/drawing/2014/main" id="{DC45D3C4-F23F-5D01-FE17-C331113F49FF}"/>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4" name="Rectangle 2">
            <a:extLst>
              <a:ext uri="{FF2B5EF4-FFF2-40B4-BE49-F238E27FC236}">
                <a16:creationId xmlns:a16="http://schemas.microsoft.com/office/drawing/2014/main" id="{42247CD9-09C0-9F3F-443B-BE11C6CAFB18}"/>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7" name="Rectangle 1">
            <a:extLst>
              <a:ext uri="{FF2B5EF4-FFF2-40B4-BE49-F238E27FC236}">
                <a16:creationId xmlns:a16="http://schemas.microsoft.com/office/drawing/2014/main" id="{BACA16DE-67AA-2FBB-BA73-65C53BD5ABD0}"/>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78" name="Rectangle 2">
            <a:extLst>
              <a:ext uri="{FF2B5EF4-FFF2-40B4-BE49-F238E27FC236}">
                <a16:creationId xmlns:a16="http://schemas.microsoft.com/office/drawing/2014/main" id="{9BD524D4-FD55-2757-9B94-9EB7D43D3AF2}"/>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1" name="Rectangle 1">
            <a:extLst>
              <a:ext uri="{FF2B5EF4-FFF2-40B4-BE49-F238E27FC236}">
                <a16:creationId xmlns:a16="http://schemas.microsoft.com/office/drawing/2014/main" id="{8650B8A3-2984-55B2-19FF-40BDE844238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2" name="Rectangle 2">
            <a:extLst>
              <a:ext uri="{FF2B5EF4-FFF2-40B4-BE49-F238E27FC236}">
                <a16:creationId xmlns:a16="http://schemas.microsoft.com/office/drawing/2014/main" id="{38141FAA-1CAC-EDD1-CCD7-09DDD4F727E2}"/>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5" name="Rectangle 1">
            <a:extLst>
              <a:ext uri="{FF2B5EF4-FFF2-40B4-BE49-F238E27FC236}">
                <a16:creationId xmlns:a16="http://schemas.microsoft.com/office/drawing/2014/main" id="{3E1AB702-B874-52F3-DDD6-3C55DDE39BDE}"/>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6" name="Rectangle 2">
            <a:extLst>
              <a:ext uri="{FF2B5EF4-FFF2-40B4-BE49-F238E27FC236}">
                <a16:creationId xmlns:a16="http://schemas.microsoft.com/office/drawing/2014/main" id="{43F39EA6-55DB-CB74-BEAE-7D463B6E00E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49" name="Rectangle 1">
            <a:extLst>
              <a:ext uri="{FF2B5EF4-FFF2-40B4-BE49-F238E27FC236}">
                <a16:creationId xmlns:a16="http://schemas.microsoft.com/office/drawing/2014/main" id="{2A9364A8-3B93-7489-7EA8-012F6CE063CE}"/>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3250" name="Rectangle 2">
            <a:extLst>
              <a:ext uri="{FF2B5EF4-FFF2-40B4-BE49-F238E27FC236}">
                <a16:creationId xmlns:a16="http://schemas.microsoft.com/office/drawing/2014/main" id="{52C0FA42-51B0-9A54-B136-2856A1DED0B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3" name="Rectangle 1">
            <a:extLst>
              <a:ext uri="{FF2B5EF4-FFF2-40B4-BE49-F238E27FC236}">
                <a16:creationId xmlns:a16="http://schemas.microsoft.com/office/drawing/2014/main" id="{8CA9251B-84AE-08B4-5B53-D91D4DE27FFE}"/>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4274" name="Rectangle 2">
            <a:extLst>
              <a:ext uri="{FF2B5EF4-FFF2-40B4-BE49-F238E27FC236}">
                <a16:creationId xmlns:a16="http://schemas.microsoft.com/office/drawing/2014/main" id="{BFE0CA24-2B0D-680F-A7AF-20F7C7A469E9}"/>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7" name="Rectangle 1">
            <a:extLst>
              <a:ext uri="{FF2B5EF4-FFF2-40B4-BE49-F238E27FC236}">
                <a16:creationId xmlns:a16="http://schemas.microsoft.com/office/drawing/2014/main" id="{D1D40A6B-4F5A-6D0E-8039-621D211D5193}"/>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5298" name="Rectangle 2">
            <a:extLst>
              <a:ext uri="{FF2B5EF4-FFF2-40B4-BE49-F238E27FC236}">
                <a16:creationId xmlns:a16="http://schemas.microsoft.com/office/drawing/2014/main" id="{519AB4FA-599D-5BF3-F751-616CE6CCEE8C}"/>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1" name="Rectangle 1">
            <a:extLst>
              <a:ext uri="{FF2B5EF4-FFF2-40B4-BE49-F238E27FC236}">
                <a16:creationId xmlns:a16="http://schemas.microsoft.com/office/drawing/2014/main" id="{EDFE0FE6-89AB-6AF1-9738-78644018DABA}"/>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6322" name="Rectangle 2">
            <a:extLst>
              <a:ext uri="{FF2B5EF4-FFF2-40B4-BE49-F238E27FC236}">
                <a16:creationId xmlns:a16="http://schemas.microsoft.com/office/drawing/2014/main" id="{B18E86CA-3644-537F-2E84-BA3E3888E2B0}"/>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5" name="Rectangle 1">
            <a:extLst>
              <a:ext uri="{FF2B5EF4-FFF2-40B4-BE49-F238E27FC236}">
                <a16:creationId xmlns:a16="http://schemas.microsoft.com/office/drawing/2014/main" id="{6C4D6165-4FE8-8C22-4613-386D3052D983}"/>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7346" name="Rectangle 2">
            <a:extLst>
              <a:ext uri="{FF2B5EF4-FFF2-40B4-BE49-F238E27FC236}">
                <a16:creationId xmlns:a16="http://schemas.microsoft.com/office/drawing/2014/main" id="{1015A153-A66E-92D4-58A2-811ABF3915B2}"/>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69" name="Rectangle 1">
            <a:extLst>
              <a:ext uri="{FF2B5EF4-FFF2-40B4-BE49-F238E27FC236}">
                <a16:creationId xmlns:a16="http://schemas.microsoft.com/office/drawing/2014/main" id="{A935718F-4389-378A-86EE-92FE27F9D49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8370" name="Rectangle 2">
            <a:extLst>
              <a:ext uri="{FF2B5EF4-FFF2-40B4-BE49-F238E27FC236}">
                <a16:creationId xmlns:a16="http://schemas.microsoft.com/office/drawing/2014/main" id="{195526F9-AB94-059A-CB0E-07A6D07CA22E}"/>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3" name="Rectangle 1">
            <a:extLst>
              <a:ext uri="{FF2B5EF4-FFF2-40B4-BE49-F238E27FC236}">
                <a16:creationId xmlns:a16="http://schemas.microsoft.com/office/drawing/2014/main" id="{1BE5912B-A804-338A-B22B-402BC01090E0}"/>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9394" name="Rectangle 2">
            <a:extLst>
              <a:ext uri="{FF2B5EF4-FFF2-40B4-BE49-F238E27FC236}">
                <a16:creationId xmlns:a16="http://schemas.microsoft.com/office/drawing/2014/main" id="{D8639ADB-4CB8-ABE8-6259-DF35789B2AF5}"/>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7" name="Rectangle 1">
            <a:extLst>
              <a:ext uri="{FF2B5EF4-FFF2-40B4-BE49-F238E27FC236}">
                <a16:creationId xmlns:a16="http://schemas.microsoft.com/office/drawing/2014/main" id="{6FE1461D-0962-4910-0FF2-9ECEC0ADACD8}"/>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0418" name="Rectangle 2">
            <a:extLst>
              <a:ext uri="{FF2B5EF4-FFF2-40B4-BE49-F238E27FC236}">
                <a16:creationId xmlns:a16="http://schemas.microsoft.com/office/drawing/2014/main" id="{8DBEBF77-6D46-7829-E6A8-843570CA3083}"/>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1" name="Rectangle 1">
            <a:extLst>
              <a:ext uri="{FF2B5EF4-FFF2-40B4-BE49-F238E27FC236}">
                <a16:creationId xmlns:a16="http://schemas.microsoft.com/office/drawing/2014/main" id="{5480564B-2861-E07B-7675-E35DE7E82B5C}"/>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42" name="Rectangle 2">
            <a:extLst>
              <a:ext uri="{FF2B5EF4-FFF2-40B4-BE49-F238E27FC236}">
                <a16:creationId xmlns:a16="http://schemas.microsoft.com/office/drawing/2014/main" id="{212EFA39-A9B3-6C50-C682-897C22AB480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5" name="Rectangle 1">
            <a:extLst>
              <a:ext uri="{FF2B5EF4-FFF2-40B4-BE49-F238E27FC236}">
                <a16:creationId xmlns:a16="http://schemas.microsoft.com/office/drawing/2014/main" id="{99E6DB56-9B6E-4DBA-7CAC-FC78D95052A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2466" name="Rectangle 2">
            <a:extLst>
              <a:ext uri="{FF2B5EF4-FFF2-40B4-BE49-F238E27FC236}">
                <a16:creationId xmlns:a16="http://schemas.microsoft.com/office/drawing/2014/main" id="{63871044-A82E-C03D-F7D3-0D5AEBDD977B}"/>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89" name="Rectangle 1">
            <a:extLst>
              <a:ext uri="{FF2B5EF4-FFF2-40B4-BE49-F238E27FC236}">
                <a16:creationId xmlns:a16="http://schemas.microsoft.com/office/drawing/2014/main" id="{F83AAA95-41F3-768A-CFE2-C736C50868B8}"/>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3490" name="Rectangle 2">
            <a:extLst>
              <a:ext uri="{FF2B5EF4-FFF2-40B4-BE49-F238E27FC236}">
                <a16:creationId xmlns:a16="http://schemas.microsoft.com/office/drawing/2014/main" id="{47D053DD-F8D0-68EC-B178-EA3D52479E71}"/>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3" name="Rectangle 1">
            <a:extLst>
              <a:ext uri="{FF2B5EF4-FFF2-40B4-BE49-F238E27FC236}">
                <a16:creationId xmlns:a16="http://schemas.microsoft.com/office/drawing/2014/main" id="{029DEDE9-75A2-634C-E6C2-4B61931BDFFF}"/>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4514" name="Rectangle 2">
            <a:extLst>
              <a:ext uri="{FF2B5EF4-FFF2-40B4-BE49-F238E27FC236}">
                <a16:creationId xmlns:a16="http://schemas.microsoft.com/office/drawing/2014/main" id="{8EF9B0FB-F86A-7DC6-2571-CBDFEC41A389}"/>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7" name="Rectangle 1">
            <a:extLst>
              <a:ext uri="{FF2B5EF4-FFF2-40B4-BE49-F238E27FC236}">
                <a16:creationId xmlns:a16="http://schemas.microsoft.com/office/drawing/2014/main" id="{13478970-9C14-3DD3-96DF-3D7E31FA6180}"/>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5538" name="Rectangle 2">
            <a:extLst>
              <a:ext uri="{FF2B5EF4-FFF2-40B4-BE49-F238E27FC236}">
                <a16:creationId xmlns:a16="http://schemas.microsoft.com/office/drawing/2014/main" id="{89E51F39-BD24-01C5-E37F-B614C70461B7}"/>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1" name="Rectangle 1">
            <a:extLst>
              <a:ext uri="{FF2B5EF4-FFF2-40B4-BE49-F238E27FC236}">
                <a16:creationId xmlns:a16="http://schemas.microsoft.com/office/drawing/2014/main" id="{6CB6854A-DACE-2F2E-495C-EB9B8FEBDEB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6562" name="Rectangle 2">
            <a:extLst>
              <a:ext uri="{FF2B5EF4-FFF2-40B4-BE49-F238E27FC236}">
                <a16:creationId xmlns:a16="http://schemas.microsoft.com/office/drawing/2014/main" id="{1586F7AD-9BED-324D-157A-B103B77074E3}"/>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5" name="Rectangle 1">
            <a:extLst>
              <a:ext uri="{FF2B5EF4-FFF2-40B4-BE49-F238E27FC236}">
                <a16:creationId xmlns:a16="http://schemas.microsoft.com/office/drawing/2014/main" id="{E5A292F0-1579-1AA5-D2E1-65CE248DA732}"/>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7586" name="Rectangle 2">
            <a:extLst>
              <a:ext uri="{FF2B5EF4-FFF2-40B4-BE49-F238E27FC236}">
                <a16:creationId xmlns:a16="http://schemas.microsoft.com/office/drawing/2014/main" id="{C1E8A071-4D75-14B6-FCEF-A088C346C311}"/>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09" name="Rectangle 1">
            <a:extLst>
              <a:ext uri="{FF2B5EF4-FFF2-40B4-BE49-F238E27FC236}">
                <a16:creationId xmlns:a16="http://schemas.microsoft.com/office/drawing/2014/main" id="{76501213-D7AC-1CF4-ABA1-CCE7F7CD45CB}"/>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8610" name="Rectangle 2">
            <a:extLst>
              <a:ext uri="{FF2B5EF4-FFF2-40B4-BE49-F238E27FC236}">
                <a16:creationId xmlns:a16="http://schemas.microsoft.com/office/drawing/2014/main" id="{76DEE4DC-CFBA-62B2-D87A-2CA1080CC7FF}"/>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3" name="Rectangle 1">
            <a:extLst>
              <a:ext uri="{FF2B5EF4-FFF2-40B4-BE49-F238E27FC236}">
                <a16:creationId xmlns:a16="http://schemas.microsoft.com/office/drawing/2014/main" id="{E4A002A0-7C1F-B446-5279-BFC73B603272}"/>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9634" name="Rectangle 2">
            <a:extLst>
              <a:ext uri="{FF2B5EF4-FFF2-40B4-BE49-F238E27FC236}">
                <a16:creationId xmlns:a16="http://schemas.microsoft.com/office/drawing/2014/main" id="{E6EC51E3-DE93-CE81-2193-373B09607A12}"/>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7" name="Rectangle 1">
            <a:extLst>
              <a:ext uri="{FF2B5EF4-FFF2-40B4-BE49-F238E27FC236}">
                <a16:creationId xmlns:a16="http://schemas.microsoft.com/office/drawing/2014/main" id="{64454E4F-914D-6EF2-1E9B-B4A0E773BC65}"/>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0658" name="Rectangle 2">
            <a:extLst>
              <a:ext uri="{FF2B5EF4-FFF2-40B4-BE49-F238E27FC236}">
                <a16:creationId xmlns:a16="http://schemas.microsoft.com/office/drawing/2014/main" id="{F541B6FF-6704-82B9-0E54-AFA68208A439}"/>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1" name="Rectangle 1">
            <a:extLst>
              <a:ext uri="{FF2B5EF4-FFF2-40B4-BE49-F238E27FC236}">
                <a16:creationId xmlns:a16="http://schemas.microsoft.com/office/drawing/2014/main" id="{0DDACC6A-704D-ED13-D3D1-14DBEC168AA7}"/>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682" name="Rectangle 2">
            <a:extLst>
              <a:ext uri="{FF2B5EF4-FFF2-40B4-BE49-F238E27FC236}">
                <a16:creationId xmlns:a16="http://schemas.microsoft.com/office/drawing/2014/main" id="{7FD2B81B-6765-E38B-BF4F-622026C6F37C}"/>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5" name="Rectangle 1">
            <a:extLst>
              <a:ext uri="{FF2B5EF4-FFF2-40B4-BE49-F238E27FC236}">
                <a16:creationId xmlns:a16="http://schemas.microsoft.com/office/drawing/2014/main" id="{4D910C8E-2434-15CB-7CA2-9CA0BF8FB993}"/>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2706" name="Rectangle 2">
            <a:extLst>
              <a:ext uri="{FF2B5EF4-FFF2-40B4-BE49-F238E27FC236}">
                <a16:creationId xmlns:a16="http://schemas.microsoft.com/office/drawing/2014/main" id="{2A4F0097-C241-965C-7555-CA176A67A36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29" name="Rectangle 1">
            <a:extLst>
              <a:ext uri="{FF2B5EF4-FFF2-40B4-BE49-F238E27FC236}">
                <a16:creationId xmlns:a16="http://schemas.microsoft.com/office/drawing/2014/main" id="{864B0607-69DD-C95D-3A37-C6F4C247793D}"/>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3730" name="Rectangle 2">
            <a:extLst>
              <a:ext uri="{FF2B5EF4-FFF2-40B4-BE49-F238E27FC236}">
                <a16:creationId xmlns:a16="http://schemas.microsoft.com/office/drawing/2014/main" id="{8EF9001B-C4C5-7520-AAA4-490BB2FFC0F4}"/>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3" name="Rectangle 1">
            <a:extLst>
              <a:ext uri="{FF2B5EF4-FFF2-40B4-BE49-F238E27FC236}">
                <a16:creationId xmlns:a16="http://schemas.microsoft.com/office/drawing/2014/main" id="{63516977-A59E-100F-29E0-A22E8012AF36}"/>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4754" name="Rectangle 2">
            <a:extLst>
              <a:ext uri="{FF2B5EF4-FFF2-40B4-BE49-F238E27FC236}">
                <a16:creationId xmlns:a16="http://schemas.microsoft.com/office/drawing/2014/main" id="{7123DDF0-0A57-72CB-D814-1882F49E6C1D}"/>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7" name="Rectangle 1">
            <a:extLst>
              <a:ext uri="{FF2B5EF4-FFF2-40B4-BE49-F238E27FC236}">
                <a16:creationId xmlns:a16="http://schemas.microsoft.com/office/drawing/2014/main" id="{7135A739-DE92-E7CF-3779-D7F12EBC0247}"/>
              </a:ext>
            </a:extLst>
          </p:cNvPr>
          <p:cNvSpPr txBox="1">
            <a:spLocks noGrp="1" noRot="1" noChangeAspect="1" noChangeArrowheads="1"/>
          </p:cNvSpPr>
          <p:nvPr>
            <p:ph type="sldImg"/>
          </p:nvPr>
        </p:nvSpPr>
        <p:spPr bwMode="auto">
          <a:xfrm>
            <a:off x="2143125" y="695325"/>
            <a:ext cx="257175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78" name="Rectangle 2">
            <a:extLst>
              <a:ext uri="{FF2B5EF4-FFF2-40B4-BE49-F238E27FC236}">
                <a16:creationId xmlns:a16="http://schemas.microsoft.com/office/drawing/2014/main" id="{5CB6694C-08A4-B15F-362F-DBB25A6681F6}"/>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A0E5E-34A6-43E2-6582-59CC54CB4C2F}"/>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F81364-B370-5B0D-B026-AADF94E33BAE}"/>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92F0AAB-4EED-5C4C-1611-29B043A5DCD5}"/>
              </a:ext>
            </a:extLst>
          </p:cNvPr>
          <p:cNvSpPr>
            <a:spLocks noGrp="1"/>
          </p:cNvSpPr>
          <p:nvPr>
            <p:ph type="dt" idx="10"/>
          </p:nvPr>
        </p:nvSpPr>
        <p:spPr/>
        <p:txBody>
          <a:bodyPr/>
          <a:lstStyle>
            <a:lvl1pPr>
              <a:defRPr/>
            </a:lvl1pPr>
          </a:lstStyle>
          <a:p>
            <a:endParaRPr lang="en-IN" altLang="en-US"/>
          </a:p>
        </p:txBody>
      </p:sp>
      <p:sp>
        <p:nvSpPr>
          <p:cNvPr id="5" name="Slide Number Placeholder 4">
            <a:extLst>
              <a:ext uri="{FF2B5EF4-FFF2-40B4-BE49-F238E27FC236}">
                <a16:creationId xmlns:a16="http://schemas.microsoft.com/office/drawing/2014/main" id="{6FE99D85-4A03-5F3B-32A7-70129A094AF9}"/>
              </a:ext>
            </a:extLst>
          </p:cNvPr>
          <p:cNvSpPr>
            <a:spLocks noGrp="1"/>
          </p:cNvSpPr>
          <p:nvPr>
            <p:ph type="sldNum" idx="11"/>
          </p:nvPr>
        </p:nvSpPr>
        <p:spPr/>
        <p:txBody>
          <a:bodyPr/>
          <a:lstStyle>
            <a:lvl1pPr>
              <a:defRPr/>
            </a:lvl1pPr>
          </a:lstStyle>
          <a:p>
            <a:fld id="{1AD1C73D-FEB5-4D73-AA3D-682E03C18D65}" type="slidenum">
              <a:rPr lang="en-IN" altLang="en-US"/>
              <a:pPr/>
              <a:t>‹#›</a:t>
            </a:fld>
            <a:endParaRPr lang="en-IN" altLang="en-US"/>
          </a:p>
        </p:txBody>
      </p:sp>
    </p:spTree>
    <p:extLst>
      <p:ext uri="{BB962C8B-B14F-4D97-AF65-F5344CB8AC3E}">
        <p14:creationId xmlns:p14="http://schemas.microsoft.com/office/powerpoint/2010/main" val="74363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45942-CCDE-1966-1D31-B7AFD2A7B9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8D32BC-C500-C76F-1EED-286F7AD2F8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AA1ED8-2422-0016-BF02-E9B73782B61B}"/>
              </a:ext>
            </a:extLst>
          </p:cNvPr>
          <p:cNvSpPr>
            <a:spLocks noGrp="1"/>
          </p:cNvSpPr>
          <p:nvPr>
            <p:ph type="dt" idx="10"/>
          </p:nvPr>
        </p:nvSpPr>
        <p:spPr/>
        <p:txBody>
          <a:bodyPr/>
          <a:lstStyle>
            <a:lvl1pPr>
              <a:defRPr/>
            </a:lvl1pPr>
          </a:lstStyle>
          <a:p>
            <a:endParaRPr lang="en-IN" altLang="en-US"/>
          </a:p>
        </p:txBody>
      </p:sp>
      <p:sp>
        <p:nvSpPr>
          <p:cNvPr id="5" name="Slide Number Placeholder 4">
            <a:extLst>
              <a:ext uri="{FF2B5EF4-FFF2-40B4-BE49-F238E27FC236}">
                <a16:creationId xmlns:a16="http://schemas.microsoft.com/office/drawing/2014/main" id="{C491FD4D-EF05-023F-9CD8-9D13A51B044F}"/>
              </a:ext>
            </a:extLst>
          </p:cNvPr>
          <p:cNvSpPr>
            <a:spLocks noGrp="1"/>
          </p:cNvSpPr>
          <p:nvPr>
            <p:ph type="sldNum" idx="11"/>
          </p:nvPr>
        </p:nvSpPr>
        <p:spPr/>
        <p:txBody>
          <a:bodyPr/>
          <a:lstStyle>
            <a:lvl1pPr>
              <a:defRPr/>
            </a:lvl1pPr>
          </a:lstStyle>
          <a:p>
            <a:fld id="{EA918EB3-F591-4A49-8C59-5B637E67C049}" type="slidenum">
              <a:rPr lang="en-IN" altLang="en-US"/>
              <a:pPr/>
              <a:t>‹#›</a:t>
            </a:fld>
            <a:endParaRPr lang="en-IN" altLang="en-US"/>
          </a:p>
        </p:txBody>
      </p:sp>
    </p:spTree>
    <p:extLst>
      <p:ext uri="{BB962C8B-B14F-4D97-AF65-F5344CB8AC3E}">
        <p14:creationId xmlns:p14="http://schemas.microsoft.com/office/powerpoint/2010/main" val="2743685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45663-52EE-A4C4-9F48-E218318C23DA}"/>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BB1DEF-D5E3-C294-B39B-C82A867A4BC6}"/>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B4EC64FA-6958-A4A1-62F5-034E90CCFF95}"/>
              </a:ext>
            </a:extLst>
          </p:cNvPr>
          <p:cNvSpPr>
            <a:spLocks noGrp="1"/>
          </p:cNvSpPr>
          <p:nvPr>
            <p:ph type="dt" idx="10"/>
          </p:nvPr>
        </p:nvSpPr>
        <p:spPr/>
        <p:txBody>
          <a:bodyPr/>
          <a:lstStyle>
            <a:lvl1pPr>
              <a:defRPr/>
            </a:lvl1pPr>
          </a:lstStyle>
          <a:p>
            <a:endParaRPr lang="en-IN" altLang="en-US"/>
          </a:p>
        </p:txBody>
      </p:sp>
      <p:sp>
        <p:nvSpPr>
          <p:cNvPr id="5" name="Slide Number Placeholder 4">
            <a:extLst>
              <a:ext uri="{FF2B5EF4-FFF2-40B4-BE49-F238E27FC236}">
                <a16:creationId xmlns:a16="http://schemas.microsoft.com/office/drawing/2014/main" id="{CF88F711-5D76-1363-999C-89A7E2D95D62}"/>
              </a:ext>
            </a:extLst>
          </p:cNvPr>
          <p:cNvSpPr>
            <a:spLocks noGrp="1"/>
          </p:cNvSpPr>
          <p:nvPr>
            <p:ph type="sldNum" idx="11"/>
          </p:nvPr>
        </p:nvSpPr>
        <p:spPr/>
        <p:txBody>
          <a:bodyPr/>
          <a:lstStyle>
            <a:lvl1pPr>
              <a:defRPr/>
            </a:lvl1pPr>
          </a:lstStyle>
          <a:p>
            <a:fld id="{04ED1A1A-FFA5-4295-9C2C-5F0A4D511665}" type="slidenum">
              <a:rPr lang="en-IN" altLang="en-US"/>
              <a:pPr/>
              <a:t>‹#›</a:t>
            </a:fld>
            <a:endParaRPr lang="en-IN" altLang="en-US"/>
          </a:p>
        </p:txBody>
      </p:sp>
    </p:spTree>
    <p:extLst>
      <p:ext uri="{BB962C8B-B14F-4D97-AF65-F5344CB8AC3E}">
        <p14:creationId xmlns:p14="http://schemas.microsoft.com/office/powerpoint/2010/main" val="292821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93EFD-200E-EEFF-C7A4-A1DB959E4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6638EF-0617-238B-9F74-1433E2503682}"/>
              </a:ext>
            </a:extLst>
          </p:cNvPr>
          <p:cNvSpPr>
            <a:spLocks noGrp="1"/>
          </p:cNvSpPr>
          <p:nvPr>
            <p:ph sz="half" idx="1"/>
          </p:nvPr>
        </p:nvSpPr>
        <p:spPr>
          <a:xfrm>
            <a:off x="457200" y="1600200"/>
            <a:ext cx="4037013" cy="4522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36D1B2-7F57-FA48-6BBA-A1CB4DF3D777}"/>
              </a:ext>
            </a:extLst>
          </p:cNvPr>
          <p:cNvSpPr>
            <a:spLocks noGrp="1"/>
          </p:cNvSpPr>
          <p:nvPr>
            <p:ph sz="half" idx="2"/>
          </p:nvPr>
        </p:nvSpPr>
        <p:spPr>
          <a:xfrm>
            <a:off x="4646613" y="1600200"/>
            <a:ext cx="4037012" cy="4522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EA733C-6C2D-0A44-9462-1D8DEAA45CA5}"/>
              </a:ext>
            </a:extLst>
          </p:cNvPr>
          <p:cNvSpPr>
            <a:spLocks noGrp="1"/>
          </p:cNvSpPr>
          <p:nvPr>
            <p:ph type="dt" idx="10"/>
          </p:nvPr>
        </p:nvSpPr>
        <p:spPr/>
        <p:txBody>
          <a:bodyPr/>
          <a:lstStyle>
            <a:lvl1pPr>
              <a:defRPr/>
            </a:lvl1pPr>
          </a:lstStyle>
          <a:p>
            <a:endParaRPr lang="en-IN" altLang="en-US"/>
          </a:p>
        </p:txBody>
      </p:sp>
      <p:sp>
        <p:nvSpPr>
          <p:cNvPr id="6" name="Slide Number Placeholder 5">
            <a:extLst>
              <a:ext uri="{FF2B5EF4-FFF2-40B4-BE49-F238E27FC236}">
                <a16:creationId xmlns:a16="http://schemas.microsoft.com/office/drawing/2014/main" id="{24CF7220-CD32-F52D-599D-97C19877C1A5}"/>
              </a:ext>
            </a:extLst>
          </p:cNvPr>
          <p:cNvSpPr>
            <a:spLocks noGrp="1"/>
          </p:cNvSpPr>
          <p:nvPr>
            <p:ph type="sldNum" idx="11"/>
          </p:nvPr>
        </p:nvSpPr>
        <p:spPr/>
        <p:txBody>
          <a:bodyPr/>
          <a:lstStyle>
            <a:lvl1pPr>
              <a:defRPr/>
            </a:lvl1pPr>
          </a:lstStyle>
          <a:p>
            <a:fld id="{9D8B1197-F40A-453B-B500-1E94F6C84B75}" type="slidenum">
              <a:rPr lang="en-IN" altLang="en-US"/>
              <a:pPr/>
              <a:t>‹#›</a:t>
            </a:fld>
            <a:endParaRPr lang="en-IN" altLang="en-US"/>
          </a:p>
        </p:txBody>
      </p:sp>
    </p:spTree>
    <p:extLst>
      <p:ext uri="{BB962C8B-B14F-4D97-AF65-F5344CB8AC3E}">
        <p14:creationId xmlns:p14="http://schemas.microsoft.com/office/powerpoint/2010/main" val="3806208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A11C9-C321-FE50-DD46-9F179F4FA70B}"/>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EB27E7-2636-B405-91D3-BCDC6C250AAD}"/>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1468A-7392-7ECC-DF23-7038557C67A7}"/>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45AD0D-B269-798A-02D0-AC5D1614A93E}"/>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FBB27-8F05-23F6-9230-A491001B6361}"/>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B42909-AB3B-0526-2C9D-E45EB600E143}"/>
              </a:ext>
            </a:extLst>
          </p:cNvPr>
          <p:cNvSpPr>
            <a:spLocks noGrp="1"/>
          </p:cNvSpPr>
          <p:nvPr>
            <p:ph type="dt" idx="10"/>
          </p:nvPr>
        </p:nvSpPr>
        <p:spPr/>
        <p:txBody>
          <a:bodyPr/>
          <a:lstStyle>
            <a:lvl1pPr>
              <a:defRPr/>
            </a:lvl1pPr>
          </a:lstStyle>
          <a:p>
            <a:endParaRPr lang="en-IN" altLang="en-US"/>
          </a:p>
        </p:txBody>
      </p:sp>
      <p:sp>
        <p:nvSpPr>
          <p:cNvPr id="8" name="Slide Number Placeholder 7">
            <a:extLst>
              <a:ext uri="{FF2B5EF4-FFF2-40B4-BE49-F238E27FC236}">
                <a16:creationId xmlns:a16="http://schemas.microsoft.com/office/drawing/2014/main" id="{594EC893-9D35-A881-9F02-2E9699541F51}"/>
              </a:ext>
            </a:extLst>
          </p:cNvPr>
          <p:cNvSpPr>
            <a:spLocks noGrp="1"/>
          </p:cNvSpPr>
          <p:nvPr>
            <p:ph type="sldNum" idx="11"/>
          </p:nvPr>
        </p:nvSpPr>
        <p:spPr/>
        <p:txBody>
          <a:bodyPr/>
          <a:lstStyle>
            <a:lvl1pPr>
              <a:defRPr/>
            </a:lvl1pPr>
          </a:lstStyle>
          <a:p>
            <a:fld id="{0992118A-4523-46BF-B141-187FA1953CC7}" type="slidenum">
              <a:rPr lang="en-IN" altLang="en-US"/>
              <a:pPr/>
              <a:t>‹#›</a:t>
            </a:fld>
            <a:endParaRPr lang="en-IN" altLang="en-US"/>
          </a:p>
        </p:txBody>
      </p:sp>
    </p:spTree>
    <p:extLst>
      <p:ext uri="{BB962C8B-B14F-4D97-AF65-F5344CB8AC3E}">
        <p14:creationId xmlns:p14="http://schemas.microsoft.com/office/powerpoint/2010/main" val="1646115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78986-9436-6409-7124-AA8C49EB7E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9A87A1-F3C5-609A-BEBA-7D5C685B64EF}"/>
              </a:ext>
            </a:extLst>
          </p:cNvPr>
          <p:cNvSpPr>
            <a:spLocks noGrp="1"/>
          </p:cNvSpPr>
          <p:nvPr>
            <p:ph type="dt" idx="10"/>
          </p:nvPr>
        </p:nvSpPr>
        <p:spPr/>
        <p:txBody>
          <a:bodyPr/>
          <a:lstStyle>
            <a:lvl1pPr>
              <a:defRPr/>
            </a:lvl1pPr>
          </a:lstStyle>
          <a:p>
            <a:endParaRPr lang="en-IN" altLang="en-US"/>
          </a:p>
        </p:txBody>
      </p:sp>
      <p:sp>
        <p:nvSpPr>
          <p:cNvPr id="4" name="Slide Number Placeholder 3">
            <a:extLst>
              <a:ext uri="{FF2B5EF4-FFF2-40B4-BE49-F238E27FC236}">
                <a16:creationId xmlns:a16="http://schemas.microsoft.com/office/drawing/2014/main" id="{437C6743-425F-5998-9003-D9E04980DC1E}"/>
              </a:ext>
            </a:extLst>
          </p:cNvPr>
          <p:cNvSpPr>
            <a:spLocks noGrp="1"/>
          </p:cNvSpPr>
          <p:nvPr>
            <p:ph type="sldNum" idx="11"/>
          </p:nvPr>
        </p:nvSpPr>
        <p:spPr/>
        <p:txBody>
          <a:bodyPr/>
          <a:lstStyle>
            <a:lvl1pPr>
              <a:defRPr/>
            </a:lvl1pPr>
          </a:lstStyle>
          <a:p>
            <a:fld id="{7887B8D7-8947-49D1-9D64-631C8BFDF136}" type="slidenum">
              <a:rPr lang="en-IN" altLang="en-US"/>
              <a:pPr/>
              <a:t>‹#›</a:t>
            </a:fld>
            <a:endParaRPr lang="en-IN" altLang="en-US"/>
          </a:p>
        </p:txBody>
      </p:sp>
    </p:spTree>
    <p:extLst>
      <p:ext uri="{BB962C8B-B14F-4D97-AF65-F5344CB8AC3E}">
        <p14:creationId xmlns:p14="http://schemas.microsoft.com/office/powerpoint/2010/main" val="2824767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B47871-6C28-210A-F32F-5C8EEB159ED3}"/>
              </a:ext>
            </a:extLst>
          </p:cNvPr>
          <p:cNvSpPr>
            <a:spLocks noGrp="1"/>
          </p:cNvSpPr>
          <p:nvPr>
            <p:ph type="dt" idx="10"/>
          </p:nvPr>
        </p:nvSpPr>
        <p:spPr/>
        <p:txBody>
          <a:bodyPr/>
          <a:lstStyle>
            <a:lvl1pPr>
              <a:defRPr/>
            </a:lvl1pPr>
          </a:lstStyle>
          <a:p>
            <a:endParaRPr lang="en-IN" altLang="en-US"/>
          </a:p>
        </p:txBody>
      </p:sp>
      <p:sp>
        <p:nvSpPr>
          <p:cNvPr id="3" name="Slide Number Placeholder 2">
            <a:extLst>
              <a:ext uri="{FF2B5EF4-FFF2-40B4-BE49-F238E27FC236}">
                <a16:creationId xmlns:a16="http://schemas.microsoft.com/office/drawing/2014/main" id="{D44C43B2-720F-4CA7-4418-6E9BD6F7EFEB}"/>
              </a:ext>
            </a:extLst>
          </p:cNvPr>
          <p:cNvSpPr>
            <a:spLocks noGrp="1"/>
          </p:cNvSpPr>
          <p:nvPr>
            <p:ph type="sldNum" idx="11"/>
          </p:nvPr>
        </p:nvSpPr>
        <p:spPr/>
        <p:txBody>
          <a:bodyPr/>
          <a:lstStyle>
            <a:lvl1pPr>
              <a:defRPr/>
            </a:lvl1pPr>
          </a:lstStyle>
          <a:p>
            <a:fld id="{63B3B733-D507-451A-9E15-B96F380A8908}" type="slidenum">
              <a:rPr lang="en-IN" altLang="en-US"/>
              <a:pPr/>
              <a:t>‹#›</a:t>
            </a:fld>
            <a:endParaRPr lang="en-IN" altLang="en-US"/>
          </a:p>
        </p:txBody>
      </p:sp>
    </p:spTree>
    <p:extLst>
      <p:ext uri="{BB962C8B-B14F-4D97-AF65-F5344CB8AC3E}">
        <p14:creationId xmlns:p14="http://schemas.microsoft.com/office/powerpoint/2010/main" val="800799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C16E1-7D76-0DCB-B2C1-ADCE68F4B33D}"/>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FE8EF8-ED92-A399-0A3C-060124FBD475}"/>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C229AE-ED9B-8CAE-F958-1F413CC9D175}"/>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03DA57-0955-D9E3-B849-A693AA27AC59}"/>
              </a:ext>
            </a:extLst>
          </p:cNvPr>
          <p:cNvSpPr>
            <a:spLocks noGrp="1"/>
          </p:cNvSpPr>
          <p:nvPr>
            <p:ph type="dt" idx="10"/>
          </p:nvPr>
        </p:nvSpPr>
        <p:spPr/>
        <p:txBody>
          <a:bodyPr/>
          <a:lstStyle>
            <a:lvl1pPr>
              <a:defRPr/>
            </a:lvl1pPr>
          </a:lstStyle>
          <a:p>
            <a:endParaRPr lang="en-IN" altLang="en-US"/>
          </a:p>
        </p:txBody>
      </p:sp>
      <p:sp>
        <p:nvSpPr>
          <p:cNvPr id="6" name="Slide Number Placeholder 5">
            <a:extLst>
              <a:ext uri="{FF2B5EF4-FFF2-40B4-BE49-F238E27FC236}">
                <a16:creationId xmlns:a16="http://schemas.microsoft.com/office/drawing/2014/main" id="{4F76895D-88DA-3F25-E009-34561FACE6A0}"/>
              </a:ext>
            </a:extLst>
          </p:cNvPr>
          <p:cNvSpPr>
            <a:spLocks noGrp="1"/>
          </p:cNvSpPr>
          <p:nvPr>
            <p:ph type="sldNum" idx="11"/>
          </p:nvPr>
        </p:nvSpPr>
        <p:spPr/>
        <p:txBody>
          <a:bodyPr/>
          <a:lstStyle>
            <a:lvl1pPr>
              <a:defRPr/>
            </a:lvl1pPr>
          </a:lstStyle>
          <a:p>
            <a:fld id="{DB77ECEF-F6A7-4DEC-BB61-0A967A2D7842}" type="slidenum">
              <a:rPr lang="en-IN" altLang="en-US"/>
              <a:pPr/>
              <a:t>‹#›</a:t>
            </a:fld>
            <a:endParaRPr lang="en-IN" altLang="en-US"/>
          </a:p>
        </p:txBody>
      </p:sp>
    </p:spTree>
    <p:extLst>
      <p:ext uri="{BB962C8B-B14F-4D97-AF65-F5344CB8AC3E}">
        <p14:creationId xmlns:p14="http://schemas.microsoft.com/office/powerpoint/2010/main" val="2922645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1453-036C-0B46-60AE-2FAD1E21E46C}"/>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8B35F5F-1E71-CDC9-8D11-A7E06AC2F8A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1B970F-0B41-CB5C-D8F6-0B7EBF37AAD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5DBE10-6238-0211-D24A-7900F65C3AC3}"/>
              </a:ext>
            </a:extLst>
          </p:cNvPr>
          <p:cNvSpPr>
            <a:spLocks noGrp="1"/>
          </p:cNvSpPr>
          <p:nvPr>
            <p:ph type="dt" idx="10"/>
          </p:nvPr>
        </p:nvSpPr>
        <p:spPr/>
        <p:txBody>
          <a:bodyPr/>
          <a:lstStyle>
            <a:lvl1pPr>
              <a:defRPr/>
            </a:lvl1pPr>
          </a:lstStyle>
          <a:p>
            <a:endParaRPr lang="en-IN" altLang="en-US"/>
          </a:p>
        </p:txBody>
      </p:sp>
      <p:sp>
        <p:nvSpPr>
          <p:cNvPr id="6" name="Slide Number Placeholder 5">
            <a:extLst>
              <a:ext uri="{FF2B5EF4-FFF2-40B4-BE49-F238E27FC236}">
                <a16:creationId xmlns:a16="http://schemas.microsoft.com/office/drawing/2014/main" id="{8CE87072-46D3-905B-DB0F-DCD5274B6318}"/>
              </a:ext>
            </a:extLst>
          </p:cNvPr>
          <p:cNvSpPr>
            <a:spLocks noGrp="1"/>
          </p:cNvSpPr>
          <p:nvPr>
            <p:ph type="sldNum" idx="11"/>
          </p:nvPr>
        </p:nvSpPr>
        <p:spPr/>
        <p:txBody>
          <a:bodyPr/>
          <a:lstStyle>
            <a:lvl1pPr>
              <a:defRPr/>
            </a:lvl1pPr>
          </a:lstStyle>
          <a:p>
            <a:fld id="{4C4446A6-4055-4262-9FED-80F3F4FC4AB1}" type="slidenum">
              <a:rPr lang="en-IN" altLang="en-US"/>
              <a:pPr/>
              <a:t>‹#›</a:t>
            </a:fld>
            <a:endParaRPr lang="en-IN" altLang="en-US"/>
          </a:p>
        </p:txBody>
      </p:sp>
    </p:spTree>
    <p:extLst>
      <p:ext uri="{BB962C8B-B14F-4D97-AF65-F5344CB8AC3E}">
        <p14:creationId xmlns:p14="http://schemas.microsoft.com/office/powerpoint/2010/main" val="1674113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19E9A-98B1-0EA5-F98A-343929CE3B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8C170ED-239B-75D3-24D6-86F4C00EFC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57D58C-7F7B-C6EB-DAF5-E547A58E6E84}"/>
              </a:ext>
            </a:extLst>
          </p:cNvPr>
          <p:cNvSpPr>
            <a:spLocks noGrp="1"/>
          </p:cNvSpPr>
          <p:nvPr>
            <p:ph type="dt" idx="10"/>
          </p:nvPr>
        </p:nvSpPr>
        <p:spPr/>
        <p:txBody>
          <a:bodyPr/>
          <a:lstStyle>
            <a:lvl1pPr>
              <a:defRPr/>
            </a:lvl1pPr>
          </a:lstStyle>
          <a:p>
            <a:endParaRPr lang="en-IN" altLang="en-US"/>
          </a:p>
        </p:txBody>
      </p:sp>
      <p:sp>
        <p:nvSpPr>
          <p:cNvPr id="5" name="Slide Number Placeholder 4">
            <a:extLst>
              <a:ext uri="{FF2B5EF4-FFF2-40B4-BE49-F238E27FC236}">
                <a16:creationId xmlns:a16="http://schemas.microsoft.com/office/drawing/2014/main" id="{CD0AB45E-85FC-21DF-CDEB-D3EB376E27A2}"/>
              </a:ext>
            </a:extLst>
          </p:cNvPr>
          <p:cNvSpPr>
            <a:spLocks noGrp="1"/>
          </p:cNvSpPr>
          <p:nvPr>
            <p:ph type="sldNum" idx="11"/>
          </p:nvPr>
        </p:nvSpPr>
        <p:spPr/>
        <p:txBody>
          <a:bodyPr/>
          <a:lstStyle>
            <a:lvl1pPr>
              <a:defRPr/>
            </a:lvl1pPr>
          </a:lstStyle>
          <a:p>
            <a:fld id="{403DE27B-AC27-421A-B733-590B1578648F}" type="slidenum">
              <a:rPr lang="en-IN" altLang="en-US"/>
              <a:pPr/>
              <a:t>‹#›</a:t>
            </a:fld>
            <a:endParaRPr lang="en-IN" altLang="en-US"/>
          </a:p>
        </p:txBody>
      </p:sp>
    </p:spTree>
    <p:extLst>
      <p:ext uri="{BB962C8B-B14F-4D97-AF65-F5344CB8AC3E}">
        <p14:creationId xmlns:p14="http://schemas.microsoft.com/office/powerpoint/2010/main" val="732416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F5A2F-D727-4AB2-841C-50B46EBF20B0}"/>
              </a:ext>
            </a:extLst>
          </p:cNvPr>
          <p:cNvSpPr>
            <a:spLocks noGrp="1"/>
          </p:cNvSpPr>
          <p:nvPr>
            <p:ph type="title" orient="vert"/>
          </p:nvPr>
        </p:nvSpPr>
        <p:spPr>
          <a:xfrm>
            <a:off x="6627813" y="274638"/>
            <a:ext cx="2055812" cy="584835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334E94-BA2B-3D11-4CCE-8B380EC39BA8}"/>
              </a:ext>
            </a:extLst>
          </p:cNvPr>
          <p:cNvSpPr>
            <a:spLocks noGrp="1"/>
          </p:cNvSpPr>
          <p:nvPr>
            <p:ph type="body" orient="vert" idx="1"/>
          </p:nvPr>
        </p:nvSpPr>
        <p:spPr>
          <a:xfrm>
            <a:off x="457200" y="274638"/>
            <a:ext cx="6018213" cy="58483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D9C8F5-4641-1444-F953-0FD66016CCF8}"/>
              </a:ext>
            </a:extLst>
          </p:cNvPr>
          <p:cNvSpPr>
            <a:spLocks noGrp="1"/>
          </p:cNvSpPr>
          <p:nvPr>
            <p:ph type="dt" idx="10"/>
          </p:nvPr>
        </p:nvSpPr>
        <p:spPr/>
        <p:txBody>
          <a:bodyPr/>
          <a:lstStyle>
            <a:lvl1pPr>
              <a:defRPr/>
            </a:lvl1pPr>
          </a:lstStyle>
          <a:p>
            <a:endParaRPr lang="en-IN" altLang="en-US"/>
          </a:p>
        </p:txBody>
      </p:sp>
      <p:sp>
        <p:nvSpPr>
          <p:cNvPr id="5" name="Slide Number Placeholder 4">
            <a:extLst>
              <a:ext uri="{FF2B5EF4-FFF2-40B4-BE49-F238E27FC236}">
                <a16:creationId xmlns:a16="http://schemas.microsoft.com/office/drawing/2014/main" id="{7B04853B-6C29-09EE-A3AD-E0C9149FCD67}"/>
              </a:ext>
            </a:extLst>
          </p:cNvPr>
          <p:cNvSpPr>
            <a:spLocks noGrp="1"/>
          </p:cNvSpPr>
          <p:nvPr>
            <p:ph type="sldNum" idx="11"/>
          </p:nvPr>
        </p:nvSpPr>
        <p:spPr/>
        <p:txBody>
          <a:bodyPr/>
          <a:lstStyle>
            <a:lvl1pPr>
              <a:defRPr/>
            </a:lvl1pPr>
          </a:lstStyle>
          <a:p>
            <a:fld id="{3F3D9E77-0C9F-4579-BEA8-D967C1FCE5F1}" type="slidenum">
              <a:rPr lang="en-IN" altLang="en-US"/>
              <a:pPr/>
              <a:t>‹#›</a:t>
            </a:fld>
            <a:endParaRPr lang="en-IN" altLang="en-US"/>
          </a:p>
        </p:txBody>
      </p:sp>
    </p:spTree>
    <p:extLst>
      <p:ext uri="{BB962C8B-B14F-4D97-AF65-F5344CB8AC3E}">
        <p14:creationId xmlns:p14="http://schemas.microsoft.com/office/powerpoint/2010/main" val="106680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004C7F0D-D530-769D-4EBF-C683EF8D02D6}"/>
              </a:ext>
            </a:extLst>
          </p:cNvPr>
          <p:cNvSpPr>
            <a:spLocks noGrp="1" noChangeArrowheads="1"/>
          </p:cNvSpPr>
          <p:nvPr>
            <p:ph type="title"/>
          </p:nvPr>
        </p:nvSpPr>
        <p:spPr bwMode="auto">
          <a:xfrm>
            <a:off x="457200" y="274638"/>
            <a:ext cx="8226425"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a:t>Click to edit the title text format</a:t>
            </a:r>
          </a:p>
        </p:txBody>
      </p:sp>
      <p:sp>
        <p:nvSpPr>
          <p:cNvPr id="1026" name="Rectangle 2">
            <a:extLst>
              <a:ext uri="{FF2B5EF4-FFF2-40B4-BE49-F238E27FC236}">
                <a16:creationId xmlns:a16="http://schemas.microsoft.com/office/drawing/2014/main" id="{D53386D8-8EBA-CCA3-C64C-005FF86C7F0F}"/>
              </a:ext>
            </a:extLst>
          </p:cNvPr>
          <p:cNvSpPr>
            <a:spLocks noGrp="1" noChangeArrowheads="1"/>
          </p:cNvSpPr>
          <p:nvPr>
            <p:ph type="body" idx="1"/>
          </p:nvPr>
        </p:nvSpPr>
        <p:spPr bwMode="auto">
          <a:xfrm>
            <a:off x="457200" y="1600200"/>
            <a:ext cx="8226425" cy="452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027" name="Rectangle 3">
            <a:extLst>
              <a:ext uri="{FF2B5EF4-FFF2-40B4-BE49-F238E27FC236}">
                <a16:creationId xmlns:a16="http://schemas.microsoft.com/office/drawing/2014/main" id="{E7224E7C-6F19-DB2B-EE39-31D9258A5E70}"/>
              </a:ext>
            </a:extLst>
          </p:cNvPr>
          <p:cNvSpPr>
            <a:spLocks noGrp="1" noChangeArrowheads="1"/>
          </p:cNvSpPr>
          <p:nvPr>
            <p:ph type="dt"/>
          </p:nvPr>
        </p:nvSpPr>
        <p:spPr bwMode="auto">
          <a:xfrm>
            <a:off x="457200" y="6356350"/>
            <a:ext cx="2130425"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sz="1200">
                <a:solidFill>
                  <a:srgbClr val="898989"/>
                </a:solidFill>
              </a:defRPr>
            </a:lvl1pPr>
          </a:lstStyle>
          <a:p>
            <a:endParaRPr lang="en-IN" altLang="en-US"/>
          </a:p>
        </p:txBody>
      </p:sp>
      <p:sp>
        <p:nvSpPr>
          <p:cNvPr id="1028" name="Text Box 4">
            <a:extLst>
              <a:ext uri="{FF2B5EF4-FFF2-40B4-BE49-F238E27FC236}">
                <a16:creationId xmlns:a16="http://schemas.microsoft.com/office/drawing/2014/main" id="{93C592E3-A804-F502-A28C-4BE36DA2F45C}"/>
              </a:ext>
            </a:extLst>
          </p:cNvPr>
          <p:cNvSpPr txBox="1">
            <a:spLocks noChangeArrowheads="1"/>
          </p:cNvSpPr>
          <p:nvPr/>
        </p:nvSpPr>
        <p:spPr bwMode="auto">
          <a:xfrm>
            <a:off x="3124200" y="6356350"/>
            <a:ext cx="28956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29" name="Rectangle 5">
            <a:extLst>
              <a:ext uri="{FF2B5EF4-FFF2-40B4-BE49-F238E27FC236}">
                <a16:creationId xmlns:a16="http://schemas.microsoft.com/office/drawing/2014/main" id="{797FC434-1161-BF08-2F88-0248C1A22FFE}"/>
              </a:ext>
            </a:extLst>
          </p:cNvPr>
          <p:cNvSpPr>
            <a:spLocks noGrp="1" noChangeArrowheads="1"/>
          </p:cNvSpPr>
          <p:nvPr>
            <p:ph type="sldNum"/>
          </p:nvPr>
        </p:nvSpPr>
        <p:spPr bwMode="auto">
          <a:xfrm>
            <a:off x="6553200" y="6356350"/>
            <a:ext cx="2130425"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sz="1200">
                <a:solidFill>
                  <a:srgbClr val="898989"/>
                </a:solidFill>
              </a:defRPr>
            </a:lvl1pPr>
          </a:lstStyle>
          <a:p>
            <a:fld id="{7F7134A9-DC3F-41BC-B1FB-9115E4AEA9F6}" type="slidenum">
              <a:rPr lang="en-IN" altLang="en-US"/>
              <a:pPr/>
              <a:t>‹#›</a:t>
            </a:fld>
            <a:endParaRPr lang="en-I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49263" rtl="0" eaLnBrk="0" fontAlgn="base" hangingPunct="0">
        <a:spcBef>
          <a:spcPts val="25"/>
        </a:spcBef>
        <a:spcAft>
          <a:spcPts val="25"/>
        </a:spcAft>
        <a:buClr>
          <a:srgbClr val="000000"/>
        </a:buClr>
        <a:buSzPct val="100000"/>
        <a:buFont typeface="Times New Roman" panose="02020603050405020304" pitchFamily="18" charset="0"/>
        <a:defRPr sz="4400" kern="1200">
          <a:solidFill>
            <a:srgbClr val="000000"/>
          </a:solidFill>
          <a:latin typeface="+mj-lt"/>
          <a:ea typeface="+mj-ea"/>
          <a:cs typeface="+mj-cs"/>
        </a:defRPr>
      </a:lvl1pPr>
      <a:lvl2pPr marL="742950" indent="-285750" algn="ctr" defTabSz="449263" rtl="0" eaLnBrk="0" fontAlgn="base" hangingPunct="0">
        <a:spcBef>
          <a:spcPts val="25"/>
        </a:spcBef>
        <a:spcAft>
          <a:spcPts val="25"/>
        </a:spcAft>
        <a:buClr>
          <a:srgbClr val="000000"/>
        </a:buClr>
        <a:buSzPct val="100000"/>
        <a:buFont typeface="Times New Roman" panose="02020603050405020304" pitchFamily="18" charset="0"/>
        <a:defRPr sz="4400">
          <a:solidFill>
            <a:srgbClr val="000000"/>
          </a:solidFill>
          <a:latin typeface="Calibri" panose="020F0502020204030204" pitchFamily="34" charset="0"/>
          <a:ea typeface="Microsoft YaHei" panose="020B0503020204020204" pitchFamily="34" charset="-122"/>
        </a:defRPr>
      </a:lvl2pPr>
      <a:lvl3pPr marL="1143000" indent="-228600" algn="ctr" defTabSz="449263" rtl="0" eaLnBrk="0" fontAlgn="base" hangingPunct="0">
        <a:spcBef>
          <a:spcPts val="25"/>
        </a:spcBef>
        <a:spcAft>
          <a:spcPts val="25"/>
        </a:spcAft>
        <a:buClr>
          <a:srgbClr val="000000"/>
        </a:buClr>
        <a:buSzPct val="100000"/>
        <a:buFont typeface="Times New Roman" panose="02020603050405020304" pitchFamily="18" charset="0"/>
        <a:defRPr sz="4400">
          <a:solidFill>
            <a:srgbClr val="000000"/>
          </a:solidFill>
          <a:latin typeface="Calibri" panose="020F0502020204030204" pitchFamily="34" charset="0"/>
          <a:ea typeface="Microsoft YaHei" panose="020B0503020204020204" pitchFamily="34" charset="-122"/>
        </a:defRPr>
      </a:lvl3pPr>
      <a:lvl4pPr marL="1600200" indent="-228600" algn="ctr" defTabSz="449263" rtl="0" eaLnBrk="0" fontAlgn="base" hangingPunct="0">
        <a:spcBef>
          <a:spcPts val="25"/>
        </a:spcBef>
        <a:spcAft>
          <a:spcPts val="25"/>
        </a:spcAft>
        <a:buClr>
          <a:srgbClr val="000000"/>
        </a:buClr>
        <a:buSzPct val="100000"/>
        <a:buFont typeface="Times New Roman" panose="02020603050405020304" pitchFamily="18" charset="0"/>
        <a:defRPr sz="4400">
          <a:solidFill>
            <a:srgbClr val="000000"/>
          </a:solidFill>
          <a:latin typeface="Calibri" panose="020F0502020204030204" pitchFamily="34" charset="0"/>
          <a:ea typeface="Microsoft YaHei" panose="020B0503020204020204" pitchFamily="34" charset="-122"/>
        </a:defRPr>
      </a:lvl4pPr>
      <a:lvl5pPr marL="2057400" indent="-228600" algn="ctr" defTabSz="449263" rtl="0" eaLnBrk="0" fontAlgn="base" hangingPunct="0">
        <a:spcBef>
          <a:spcPts val="25"/>
        </a:spcBef>
        <a:spcAft>
          <a:spcPts val="25"/>
        </a:spcAft>
        <a:buClr>
          <a:srgbClr val="000000"/>
        </a:buClr>
        <a:buSzPct val="100000"/>
        <a:buFont typeface="Times New Roman" panose="02020603050405020304" pitchFamily="18" charset="0"/>
        <a:defRPr sz="4400">
          <a:solidFill>
            <a:srgbClr val="000000"/>
          </a:solidFill>
          <a:latin typeface="Calibri" panose="020F0502020204030204" pitchFamily="34" charset="0"/>
          <a:ea typeface="Microsoft YaHei" panose="020B0503020204020204" pitchFamily="34" charset="-122"/>
        </a:defRPr>
      </a:lvl5pPr>
      <a:lvl6pPr marL="2514600" indent="-228600" algn="ctr" defTabSz="449263" rtl="0" eaLnBrk="0" fontAlgn="base" hangingPunct="0">
        <a:spcBef>
          <a:spcPts val="25"/>
        </a:spcBef>
        <a:spcAft>
          <a:spcPts val="25"/>
        </a:spcAft>
        <a:buClr>
          <a:srgbClr val="000000"/>
        </a:buClr>
        <a:buSzPct val="100000"/>
        <a:buFont typeface="Times New Roman" panose="02020603050405020304" pitchFamily="18" charset="0"/>
        <a:defRPr sz="4400">
          <a:solidFill>
            <a:srgbClr val="000000"/>
          </a:solidFill>
          <a:latin typeface="Calibri" panose="020F0502020204030204" pitchFamily="34" charset="0"/>
          <a:ea typeface="Microsoft YaHei" panose="020B0503020204020204" pitchFamily="34" charset="-122"/>
        </a:defRPr>
      </a:lvl6pPr>
      <a:lvl7pPr marL="2971800" indent="-228600" algn="ctr" defTabSz="449263" rtl="0" eaLnBrk="0" fontAlgn="base" hangingPunct="0">
        <a:spcBef>
          <a:spcPts val="25"/>
        </a:spcBef>
        <a:spcAft>
          <a:spcPts val="25"/>
        </a:spcAft>
        <a:buClr>
          <a:srgbClr val="000000"/>
        </a:buClr>
        <a:buSzPct val="100000"/>
        <a:buFont typeface="Times New Roman" panose="02020603050405020304" pitchFamily="18" charset="0"/>
        <a:defRPr sz="4400">
          <a:solidFill>
            <a:srgbClr val="000000"/>
          </a:solidFill>
          <a:latin typeface="Calibri" panose="020F0502020204030204" pitchFamily="34" charset="0"/>
          <a:ea typeface="Microsoft YaHei" panose="020B0503020204020204" pitchFamily="34" charset="-122"/>
        </a:defRPr>
      </a:lvl7pPr>
      <a:lvl8pPr marL="3429000" indent="-228600" algn="ctr" defTabSz="449263" rtl="0" eaLnBrk="0" fontAlgn="base" hangingPunct="0">
        <a:spcBef>
          <a:spcPts val="25"/>
        </a:spcBef>
        <a:spcAft>
          <a:spcPts val="25"/>
        </a:spcAft>
        <a:buClr>
          <a:srgbClr val="000000"/>
        </a:buClr>
        <a:buSzPct val="100000"/>
        <a:buFont typeface="Times New Roman" panose="02020603050405020304" pitchFamily="18" charset="0"/>
        <a:defRPr sz="4400">
          <a:solidFill>
            <a:srgbClr val="000000"/>
          </a:solidFill>
          <a:latin typeface="Calibri" panose="020F0502020204030204" pitchFamily="34" charset="0"/>
          <a:ea typeface="Microsoft YaHei" panose="020B0503020204020204" pitchFamily="34" charset="-122"/>
        </a:defRPr>
      </a:lvl8pPr>
      <a:lvl9pPr marL="3886200" indent="-228600" algn="ctr" defTabSz="449263" rtl="0" eaLnBrk="0" fontAlgn="base" hangingPunct="0">
        <a:spcBef>
          <a:spcPts val="25"/>
        </a:spcBef>
        <a:spcAft>
          <a:spcPts val="25"/>
        </a:spcAft>
        <a:buClr>
          <a:srgbClr val="000000"/>
        </a:buClr>
        <a:buSzPct val="100000"/>
        <a:buFont typeface="Times New Roman" panose="02020603050405020304" pitchFamily="18" charset="0"/>
        <a:defRPr sz="4400">
          <a:solidFill>
            <a:srgbClr val="000000"/>
          </a:solidFill>
          <a:latin typeface="Calibri" panose="020F0502020204030204" pitchFamily="34" charset="0"/>
          <a:ea typeface="Microsoft YaHei" panose="020B0503020204020204" pitchFamily="34" charset="-122"/>
        </a:defRPr>
      </a:lvl9pPr>
    </p:titleStyle>
    <p:bodyStyle>
      <a:lvl1pPr marL="342900" indent="-342900" algn="l" defTabSz="449263" rtl="0" eaLnBrk="0" fontAlgn="base" hangingPunct="0">
        <a:spcBef>
          <a:spcPts val="825"/>
        </a:spcBef>
        <a:spcAft>
          <a:spcPts val="25"/>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49263" rtl="0" eaLnBrk="0" fontAlgn="base" hangingPunct="0">
        <a:spcBef>
          <a:spcPts val="725"/>
        </a:spcBef>
        <a:spcAft>
          <a:spcPts val="25"/>
        </a:spcAft>
        <a:buClr>
          <a:srgbClr val="000000"/>
        </a:buClr>
        <a:buSzPct val="100000"/>
        <a:buFont typeface="Times New Roman" panose="02020603050405020304" pitchFamily="18" charset="0"/>
        <a:defRPr sz="2800" kern="1200">
          <a:solidFill>
            <a:srgbClr val="000000"/>
          </a:solidFill>
          <a:latin typeface="+mn-lt"/>
          <a:ea typeface="+mn-ea"/>
          <a:cs typeface="+mn-cs"/>
        </a:defRPr>
      </a:lvl2pPr>
      <a:lvl3pPr marL="1143000" indent="-228600" algn="l" defTabSz="449263" rtl="0" eaLnBrk="0" fontAlgn="base" hangingPunct="0">
        <a:spcBef>
          <a:spcPts val="625"/>
        </a:spcBef>
        <a:spcAft>
          <a:spcPts val="25"/>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49263" rtl="0" eaLnBrk="0" fontAlgn="base" hangingPunct="0">
        <a:spcBef>
          <a:spcPts val="525"/>
        </a:spcBef>
        <a:spcAft>
          <a:spcPts val="25"/>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49263" rtl="0" eaLnBrk="0" fontAlgn="base" hangingPunct="0">
        <a:spcBef>
          <a:spcPts val="525"/>
        </a:spcBef>
        <a:spcAft>
          <a:spcPts val="25"/>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mongodb.com/try/download/community?tck=docs_server"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https://www.mongodb.com/try/download/shel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Text Box 1">
            <a:extLst>
              <a:ext uri="{FF2B5EF4-FFF2-40B4-BE49-F238E27FC236}">
                <a16:creationId xmlns:a16="http://schemas.microsoft.com/office/drawing/2014/main" id="{FC658301-688F-CA1A-D95E-796250C51EC4}"/>
              </a:ext>
            </a:extLst>
          </p:cNvPr>
          <p:cNvSpPr txBox="1">
            <a:spLocks noChangeArrowheads="1"/>
          </p:cNvSpPr>
          <p:nvPr/>
        </p:nvSpPr>
        <p:spPr bwMode="auto">
          <a:xfrm>
            <a:off x="685800" y="2130425"/>
            <a:ext cx="7772400" cy="1470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NoSQL Databases / MongoDB.</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7" name="Text Box 1">
            <a:extLst>
              <a:ext uri="{FF2B5EF4-FFF2-40B4-BE49-F238E27FC236}">
                <a16:creationId xmlns:a16="http://schemas.microsoft.com/office/drawing/2014/main" id="{282B3531-55ED-572D-C677-68E604FD3B66}"/>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What is NoSQL	</a:t>
            </a:r>
          </a:p>
        </p:txBody>
      </p:sp>
      <p:sp>
        <p:nvSpPr>
          <p:cNvPr id="4098" name="Text Box 2">
            <a:extLst>
              <a:ext uri="{FF2B5EF4-FFF2-40B4-BE49-F238E27FC236}">
                <a16:creationId xmlns:a16="http://schemas.microsoft.com/office/drawing/2014/main" id="{8659206F-26E7-1B51-F6FE-9F350894F8C9}"/>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825"/>
              </a:spcBef>
              <a:buFont typeface="Arial" panose="020B0604020202020204" pitchFamily="34" charset="0"/>
              <a:buChar char="•"/>
            </a:pPr>
            <a:r>
              <a:rPr lang="en-IN" altLang="en-US" sz="3200">
                <a:ea typeface="Microsoft YaHei" panose="020B0503020204020204" pitchFamily="34" charset="-122"/>
              </a:rPr>
              <a:t>NoSQL Database is used to refer a non-SQL or non relational database.</a:t>
            </a:r>
          </a:p>
          <a:p>
            <a:pPr>
              <a:spcBef>
                <a:spcPts val="825"/>
              </a:spcBef>
              <a:buFont typeface="Arial" panose="020B0604020202020204" pitchFamily="34" charset="0"/>
              <a:buChar char="•"/>
            </a:pPr>
            <a:r>
              <a:rPr lang="en-IN" altLang="en-US" sz="3200">
                <a:ea typeface="Microsoft YaHei" panose="020B0503020204020204" pitchFamily="34" charset="-122"/>
              </a:rPr>
              <a:t>It provides a mechanism for storage and retrieval of data other than tabular relations model used in relational databases. NoSQL database doesn't use tables for storing data. It is generally used to store big data and real-time web applications.</a:t>
            </a:r>
          </a:p>
          <a:p>
            <a:pPr>
              <a:spcBef>
                <a:spcPts val="825"/>
              </a:spcBef>
              <a:buClrTx/>
              <a:buFontTx/>
              <a:buNone/>
            </a:pPr>
            <a:endParaRPr lang="en-IN" altLang="en-US" sz="3200">
              <a:ea typeface="Microsoft YaHei" panose="020B0503020204020204" pitchFamily="34"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1" name="Text Box 1">
            <a:extLst>
              <a:ext uri="{FF2B5EF4-FFF2-40B4-BE49-F238E27FC236}">
                <a16:creationId xmlns:a16="http://schemas.microsoft.com/office/drawing/2014/main" id="{65127AB9-9F81-5A8C-7C25-226414BD8AFC}"/>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000">
                <a:ea typeface="Microsoft YaHei" panose="020B0503020204020204" pitchFamily="34" charset="-122"/>
              </a:rPr>
              <a:t>Different kinds of NOSQL databases.</a:t>
            </a:r>
          </a:p>
        </p:txBody>
      </p:sp>
      <p:sp>
        <p:nvSpPr>
          <p:cNvPr id="5122" name="Text Box 2">
            <a:extLst>
              <a:ext uri="{FF2B5EF4-FFF2-40B4-BE49-F238E27FC236}">
                <a16:creationId xmlns:a16="http://schemas.microsoft.com/office/drawing/2014/main" id="{BDB6A6C4-E88B-95D1-4F86-54EEE94852E0}"/>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825"/>
              </a:spcBef>
              <a:buFont typeface="Arial" panose="020B0604020202020204" pitchFamily="34" charset="0"/>
              <a:buChar char="•"/>
            </a:pPr>
            <a:r>
              <a:rPr lang="en-US" altLang="en-US" sz="3200">
                <a:ea typeface="Microsoft YaHei" panose="020B0503020204020204" pitchFamily="34" charset="-122"/>
              </a:rPr>
              <a:t> </a:t>
            </a:r>
          </a:p>
          <a:p>
            <a:pPr>
              <a:spcBef>
                <a:spcPts val="825"/>
              </a:spcBef>
              <a:buClrTx/>
              <a:buFontTx/>
              <a:buNone/>
            </a:pPr>
            <a:endParaRPr lang="en-US" altLang="en-US" sz="3200">
              <a:ea typeface="Microsoft YaHei" panose="020B0503020204020204" pitchFamily="34" charset="-122"/>
            </a:endParaRPr>
          </a:p>
        </p:txBody>
      </p:sp>
      <p:pic>
        <p:nvPicPr>
          <p:cNvPr id="5123" name="Picture 3">
            <a:extLst>
              <a:ext uri="{FF2B5EF4-FFF2-40B4-BE49-F238E27FC236}">
                <a16:creationId xmlns:a16="http://schemas.microsoft.com/office/drawing/2014/main" id="{BC0A1AE2-F616-A8F2-6269-37566666C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700213"/>
            <a:ext cx="7004050" cy="4191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5" name="Text Box 1">
            <a:extLst>
              <a:ext uri="{FF2B5EF4-FFF2-40B4-BE49-F238E27FC236}">
                <a16:creationId xmlns:a16="http://schemas.microsoft.com/office/drawing/2014/main" id="{C1DBBB5E-824B-BAC6-DF2D-ECB2CEB5BFCE}"/>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NOSQL databases.</a:t>
            </a:r>
          </a:p>
        </p:txBody>
      </p:sp>
      <p:sp>
        <p:nvSpPr>
          <p:cNvPr id="6146" name="Text Box 2">
            <a:extLst>
              <a:ext uri="{FF2B5EF4-FFF2-40B4-BE49-F238E27FC236}">
                <a16:creationId xmlns:a16="http://schemas.microsoft.com/office/drawing/2014/main" id="{9F368134-DDE5-B45F-AD60-1D103824F94D}"/>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nSpc>
                <a:spcPct val="80000"/>
              </a:lnSpc>
              <a:spcBef>
                <a:spcPts val="525"/>
              </a:spcBef>
              <a:buFont typeface="Arial" panose="020B0604020202020204" pitchFamily="34" charset="0"/>
              <a:buChar char="•"/>
            </a:pPr>
            <a:r>
              <a:rPr lang="en-IN" altLang="en-US" sz="2000" b="1">
                <a:ea typeface="Microsoft YaHei" panose="020B0503020204020204" pitchFamily="34" charset="-122"/>
              </a:rPr>
              <a:t>Document Databases</a:t>
            </a:r>
            <a:r>
              <a:rPr lang="en-IN" altLang="en-US" sz="2000">
                <a:ea typeface="Microsoft YaHei" panose="020B0503020204020204" pitchFamily="34" charset="-122"/>
              </a:rPr>
              <a:t> – These Db usually pair each key with a complex data structure which is called a document. Documents can contain key-array pairs or key-value pairs or even nested documents.  Examples of document NoSQL: MongoDB, Apache CouchDB, Raven DB, ArangoDB, Couchbase, Cosmos DB, IBM Domino, MarkLogic, OrientDB.</a:t>
            </a:r>
          </a:p>
          <a:p>
            <a:pPr>
              <a:lnSpc>
                <a:spcPct val="80000"/>
              </a:lnSpc>
              <a:spcBef>
                <a:spcPts val="525"/>
              </a:spcBef>
              <a:buFont typeface="Arial" panose="020B0604020202020204" pitchFamily="34" charset="0"/>
              <a:buChar char="•"/>
            </a:pPr>
            <a:r>
              <a:rPr lang="en-IN" altLang="en-US" sz="2000" b="1">
                <a:ea typeface="Microsoft YaHei" panose="020B0503020204020204" pitchFamily="34" charset="-122"/>
              </a:rPr>
              <a:t>Key-value stores</a:t>
            </a:r>
            <a:r>
              <a:rPr lang="en-IN" altLang="en-US" sz="2000">
                <a:ea typeface="Microsoft YaHei" panose="020B0503020204020204" pitchFamily="34" charset="-122"/>
              </a:rPr>
              <a:t> – Every single item is stored as a Key-value pair. Key-value stores are the most </a:t>
            </a:r>
            <a:r>
              <a:rPr lang="en-IN" altLang="en-US" sz="2000" i="1">
                <a:ea typeface="Microsoft YaHei" panose="020B0503020204020204" pitchFamily="34" charset="-122"/>
              </a:rPr>
              <a:t>simple</a:t>
            </a:r>
            <a:r>
              <a:rPr lang="en-IN" altLang="en-US" sz="2000">
                <a:ea typeface="Microsoft YaHei" panose="020B0503020204020204" pitchFamily="34" charset="-122"/>
              </a:rPr>
              <a:t> database among all NoSQL Databases.  Examples of Key-value NoSQL – Redis, Memcached, Apache Ignite, Riak.</a:t>
            </a:r>
          </a:p>
          <a:p>
            <a:pPr>
              <a:lnSpc>
                <a:spcPct val="80000"/>
              </a:lnSpc>
              <a:spcBef>
                <a:spcPts val="525"/>
              </a:spcBef>
              <a:buFont typeface="Arial" panose="020B0604020202020204" pitchFamily="34" charset="0"/>
              <a:buChar char="•"/>
            </a:pPr>
            <a:r>
              <a:rPr lang="en-IN" altLang="en-US" sz="2000" b="1">
                <a:ea typeface="Microsoft YaHei" panose="020B0503020204020204" pitchFamily="34" charset="-122"/>
              </a:rPr>
              <a:t>Wide-column stores</a:t>
            </a:r>
            <a:r>
              <a:rPr lang="en-IN" altLang="en-US" sz="2000">
                <a:ea typeface="Microsoft YaHei" panose="020B0503020204020204" pitchFamily="34" charset="-122"/>
              </a:rPr>
              <a:t> – These types of Databases are optimized for queries over large datasets, and instead of rows, they store columns of data together. Examples of Wide column NoSQL – Cassandra, Hbase, Scylla.</a:t>
            </a:r>
          </a:p>
          <a:p>
            <a:pPr>
              <a:lnSpc>
                <a:spcPct val="80000"/>
              </a:lnSpc>
              <a:spcBef>
                <a:spcPts val="525"/>
              </a:spcBef>
              <a:buFont typeface="Arial" panose="020B0604020202020204" pitchFamily="34" charset="0"/>
              <a:buChar char="•"/>
            </a:pPr>
            <a:r>
              <a:rPr lang="en-IN" altLang="en-US" sz="2000" b="1">
                <a:ea typeface="Microsoft YaHei" panose="020B0503020204020204" pitchFamily="34" charset="-122"/>
              </a:rPr>
              <a:t>Graph stores</a:t>
            </a:r>
            <a:r>
              <a:rPr lang="en-IN" altLang="en-US" sz="2000">
                <a:ea typeface="Microsoft YaHei" panose="020B0503020204020204" pitchFamily="34" charset="-122"/>
              </a:rPr>
              <a:t> – These store information about graphs, networks, such as social connections, road maps, transport links. Examples of Graph NoSQL – Neo4j, AllegroGraph.</a:t>
            </a:r>
          </a:p>
          <a:p>
            <a:pPr>
              <a:lnSpc>
                <a:spcPct val="80000"/>
              </a:lnSpc>
              <a:spcBef>
                <a:spcPts val="525"/>
              </a:spcBef>
              <a:buClrTx/>
              <a:buFontTx/>
              <a:buNone/>
            </a:pPr>
            <a:endParaRPr lang="en-IN" altLang="en-US" sz="2000">
              <a:ea typeface="Microsoft YaHei" panose="020B0503020204020204" pitchFamily="34" charset="-12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8D72A5BA-6ACF-9152-27B5-D190F855BB19}"/>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SQL vs NoSQL</a:t>
            </a:r>
          </a:p>
        </p:txBody>
      </p:sp>
      <p:pic>
        <p:nvPicPr>
          <p:cNvPr id="7170" name="Picture 2">
            <a:extLst>
              <a:ext uri="{FF2B5EF4-FFF2-40B4-BE49-F238E27FC236}">
                <a16:creationId xmlns:a16="http://schemas.microsoft.com/office/drawing/2014/main" id="{556E1000-5488-30E7-05E7-C5912F795B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 y="1628775"/>
            <a:ext cx="9340850" cy="4876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3" name="Text Box 1">
            <a:extLst>
              <a:ext uri="{FF2B5EF4-FFF2-40B4-BE49-F238E27FC236}">
                <a16:creationId xmlns:a16="http://schemas.microsoft.com/office/drawing/2014/main" id="{FF0D1AD8-DB7B-59D6-4EE1-5A552D85641D}"/>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000">
                <a:ea typeface="Microsoft YaHei" panose="020B0503020204020204" pitchFamily="34" charset="-122"/>
              </a:rPr>
              <a:t>Installing and configuring MongoDB</a:t>
            </a:r>
          </a:p>
        </p:txBody>
      </p:sp>
      <p:sp>
        <p:nvSpPr>
          <p:cNvPr id="8194" name="Text Box 2">
            <a:extLst>
              <a:ext uri="{FF2B5EF4-FFF2-40B4-BE49-F238E27FC236}">
                <a16:creationId xmlns:a16="http://schemas.microsoft.com/office/drawing/2014/main" id="{36EE1403-4EAF-02A7-FC04-75DC5898D7F6}"/>
              </a:ext>
            </a:extLst>
          </p:cNvPr>
          <p:cNvSpPr txBox="1">
            <a:spLocks noChangeArrowheads="1"/>
          </p:cNvSpPr>
          <p:nvPr/>
        </p:nvSpPr>
        <p:spPr bwMode="auto">
          <a:xfrm>
            <a:off x="539750" y="159385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marL="4572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825"/>
              </a:spcBef>
              <a:buFont typeface="Arial" panose="020B0604020202020204" pitchFamily="34" charset="0"/>
              <a:buChar char="•"/>
            </a:pPr>
            <a:r>
              <a:rPr lang="en-US" altLang="en-US" sz="3200">
                <a:ea typeface="Microsoft YaHei" panose="020B0503020204020204" pitchFamily="34" charset="-122"/>
              </a:rPr>
              <a:t>Download mongo db from the below given link and can be installed.</a:t>
            </a:r>
          </a:p>
          <a:p>
            <a:pPr>
              <a:spcBef>
                <a:spcPts val="825"/>
              </a:spcBef>
              <a:buFont typeface="Arial" panose="020B0604020202020204" pitchFamily="34" charset="0"/>
              <a:buChar char="•"/>
            </a:pPr>
            <a:r>
              <a:rPr lang="en-IN" altLang="en-US" sz="3200" u="sng">
                <a:solidFill>
                  <a:srgbClr val="CCCCFF"/>
                </a:solidFill>
                <a:ea typeface="Microsoft YaHei" panose="020B0503020204020204" pitchFamily="34" charset="-122"/>
                <a:hlinkClick r:id="rId3"/>
              </a:rPr>
              <a:t>https://www.mongodb.com/try/download/community?tck=docs_server</a:t>
            </a:r>
          </a:p>
          <a:p>
            <a:pPr>
              <a:spcBef>
                <a:spcPts val="825"/>
              </a:spcBef>
              <a:buClrTx/>
              <a:buFontTx/>
              <a:buNone/>
            </a:pPr>
            <a:endParaRPr lang="en-US" altLang="en-US" sz="3200" u="sng">
              <a:solidFill>
                <a:srgbClr val="0000FF"/>
              </a:solidFill>
              <a:ea typeface="Microsoft YaHei" panose="020B0503020204020204" pitchFamily="34" charset="-122"/>
            </a:endParaRPr>
          </a:p>
          <a:p>
            <a:pPr>
              <a:spcBef>
                <a:spcPts val="825"/>
              </a:spcBef>
              <a:buClrTx/>
              <a:buFontTx/>
              <a:buNone/>
            </a:pPr>
            <a:r>
              <a:rPr lang="en-US" altLang="en-US" sz="3200">
                <a:ea typeface="Microsoft YaHei" panose="020B0503020204020204" pitchFamily="34" charset="-122"/>
              </a:rPr>
              <a:t>Install Mongo Shell from the below given URL:</a:t>
            </a:r>
          </a:p>
          <a:p>
            <a:pPr>
              <a:spcBef>
                <a:spcPts val="825"/>
              </a:spcBef>
              <a:buClrTx/>
              <a:buFontTx/>
              <a:buNone/>
            </a:pPr>
            <a:r>
              <a:rPr lang="en-US" altLang="en-US" sz="3200" u="sng">
                <a:solidFill>
                  <a:srgbClr val="CCCCFF"/>
                </a:solidFill>
                <a:ea typeface="Microsoft YaHei" panose="020B0503020204020204" pitchFamily="34" charset="-122"/>
                <a:hlinkClick r:id="rId4"/>
              </a:rPr>
              <a:t>https://www.mongodb.com/try/download/shell</a:t>
            </a:r>
          </a:p>
          <a:p>
            <a:pPr>
              <a:spcBef>
                <a:spcPts val="825"/>
              </a:spcBef>
              <a:buClrTx/>
              <a:buFontTx/>
              <a:buNone/>
            </a:pPr>
            <a:endParaRPr lang="en-US" altLang="en-US" sz="3200">
              <a:ea typeface="Microsoft YaHei" panose="020B0503020204020204" pitchFamily="34" charset="-122"/>
            </a:endParaRPr>
          </a:p>
          <a:p>
            <a:pPr lvl="1" indent="0">
              <a:spcBef>
                <a:spcPts val="725"/>
              </a:spcBef>
              <a:buClrTx/>
              <a:buFontTx/>
              <a:buNone/>
            </a:pPr>
            <a:endParaRPr lang="en-US" altLang="en-US" sz="3200">
              <a:ea typeface="Microsoft YaHei" panose="020B0503020204020204" pitchFamily="34"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7" name="Text Box 1">
            <a:extLst>
              <a:ext uri="{FF2B5EF4-FFF2-40B4-BE49-F238E27FC236}">
                <a16:creationId xmlns:a16="http://schemas.microsoft.com/office/drawing/2014/main" id="{696B809E-CB95-10BD-B144-A3CD4753B4BE}"/>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Mongo DB Data types</a:t>
            </a:r>
          </a:p>
        </p:txBody>
      </p:sp>
      <p:pic>
        <p:nvPicPr>
          <p:cNvPr id="9218" name="Picture 2">
            <a:extLst>
              <a:ext uri="{FF2B5EF4-FFF2-40B4-BE49-F238E27FC236}">
                <a16:creationId xmlns:a16="http://schemas.microsoft.com/office/drawing/2014/main" id="{0EE4A330-33FA-9F8E-F2CF-78E5DEC2E6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111250"/>
            <a:ext cx="7632700" cy="57197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1" name="Text Box 1">
            <a:extLst>
              <a:ext uri="{FF2B5EF4-FFF2-40B4-BE49-F238E27FC236}">
                <a16:creationId xmlns:a16="http://schemas.microsoft.com/office/drawing/2014/main" id="{E191EE4C-56D6-3ADF-2F43-D0282E311B01}"/>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Start MondoDB Server</a:t>
            </a:r>
          </a:p>
        </p:txBody>
      </p:sp>
      <p:sp>
        <p:nvSpPr>
          <p:cNvPr id="10242" name="Text Box 2">
            <a:extLst>
              <a:ext uri="{FF2B5EF4-FFF2-40B4-BE49-F238E27FC236}">
                <a16:creationId xmlns:a16="http://schemas.microsoft.com/office/drawing/2014/main" id="{A8D56011-CC48-2199-99AE-A926A37E0EF3}"/>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825"/>
              </a:spcBef>
              <a:buFont typeface="Arial" panose="020B0604020202020204" pitchFamily="34" charset="0"/>
              <a:buChar char="•"/>
            </a:pPr>
            <a:r>
              <a:rPr lang="en-US" altLang="en-US" sz="3200">
                <a:ea typeface="Microsoft YaHei" panose="020B0503020204020204" pitchFamily="34" charset="-122"/>
              </a:rPr>
              <a:t>From the command prompt give mongod.  This is Mongo DB Server.</a:t>
            </a:r>
          </a:p>
          <a:p>
            <a:pPr>
              <a:spcBef>
                <a:spcPts val="825"/>
              </a:spcBef>
              <a:buClrTx/>
              <a:buFontTx/>
              <a:buNone/>
            </a:pPr>
            <a:endParaRPr lang="en-US" altLang="en-US" sz="3200">
              <a:ea typeface="Microsoft YaHei" panose="020B0503020204020204" pitchFamily="34" charset="-122"/>
            </a:endParaRPr>
          </a:p>
        </p:txBody>
      </p:sp>
      <p:pic>
        <p:nvPicPr>
          <p:cNvPr id="10243" name="Picture 3">
            <a:extLst>
              <a:ext uri="{FF2B5EF4-FFF2-40B4-BE49-F238E27FC236}">
                <a16:creationId xmlns:a16="http://schemas.microsoft.com/office/drawing/2014/main" id="{4B771650-8BA5-30C7-C9F5-1840781E6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2708275"/>
            <a:ext cx="8243888" cy="35464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5" name="Text Box 1">
            <a:extLst>
              <a:ext uri="{FF2B5EF4-FFF2-40B4-BE49-F238E27FC236}">
                <a16:creationId xmlns:a16="http://schemas.microsoft.com/office/drawing/2014/main" id="{13E14411-EE8A-B2E5-C8CD-189CCFBE8CE5}"/>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Start mongo client or Mongo Shell.</a:t>
            </a:r>
          </a:p>
        </p:txBody>
      </p:sp>
      <p:sp>
        <p:nvSpPr>
          <p:cNvPr id="11266" name="Text Box 2">
            <a:extLst>
              <a:ext uri="{FF2B5EF4-FFF2-40B4-BE49-F238E27FC236}">
                <a16:creationId xmlns:a16="http://schemas.microsoft.com/office/drawing/2014/main" id="{C5148435-4F26-DAA5-7C5A-88D9896C1F67}"/>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825"/>
              </a:spcBef>
              <a:buFont typeface="Arial" panose="020B0604020202020204" pitchFamily="34" charset="0"/>
              <a:buChar char="•"/>
            </a:pPr>
            <a:r>
              <a:rPr lang="en-US" altLang="en-US" sz="3200">
                <a:ea typeface="Microsoft YaHei" panose="020B0503020204020204" pitchFamily="34" charset="-122"/>
              </a:rPr>
              <a:t>Go to any directory where data needs to be maintained and give mongo.exe as shown in the screen below:</a:t>
            </a:r>
          </a:p>
        </p:txBody>
      </p:sp>
      <p:pic>
        <p:nvPicPr>
          <p:cNvPr id="11267" name="Picture 3">
            <a:extLst>
              <a:ext uri="{FF2B5EF4-FFF2-40B4-BE49-F238E27FC236}">
                <a16:creationId xmlns:a16="http://schemas.microsoft.com/office/drawing/2014/main" id="{5832331A-5AA4-F04E-FFBF-E0797C055F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3213100"/>
            <a:ext cx="7042150" cy="40957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89" name="Text Box 1">
            <a:extLst>
              <a:ext uri="{FF2B5EF4-FFF2-40B4-BE49-F238E27FC236}">
                <a16:creationId xmlns:a16="http://schemas.microsoft.com/office/drawing/2014/main" id="{BB69047C-45C3-A11B-6BF9-0AD147961CD7}"/>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Create a database</a:t>
            </a:r>
          </a:p>
        </p:txBody>
      </p:sp>
      <p:sp>
        <p:nvSpPr>
          <p:cNvPr id="12290" name="Text Box 2">
            <a:extLst>
              <a:ext uri="{FF2B5EF4-FFF2-40B4-BE49-F238E27FC236}">
                <a16:creationId xmlns:a16="http://schemas.microsoft.com/office/drawing/2014/main" id="{E16136CD-E6BE-4448-9540-65AE6B2451A8}"/>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525"/>
              </a:spcBef>
              <a:buFont typeface="Arial" panose="020B0604020202020204" pitchFamily="34" charset="0"/>
              <a:buChar char="•"/>
            </a:pPr>
            <a:r>
              <a:rPr lang="en-US" altLang="en-US" sz="2000">
                <a:ea typeface="Microsoft YaHei" panose="020B0503020204020204" pitchFamily="34" charset="-122"/>
              </a:rPr>
              <a:t>Use &lt;database&gt;</a:t>
            </a:r>
          </a:p>
          <a:p>
            <a:pPr>
              <a:spcBef>
                <a:spcPts val="525"/>
              </a:spcBef>
              <a:buFont typeface="Arial" panose="020B0604020202020204" pitchFamily="34" charset="0"/>
              <a:buChar char="•"/>
            </a:pPr>
            <a:r>
              <a:rPr lang="en-US" altLang="en-US" sz="2000">
                <a:ea typeface="Microsoft YaHei" panose="020B0503020204020204" pitchFamily="34" charset="-122"/>
              </a:rPr>
              <a:t>If the database exists then this command opesn the existing database and uses it.  If the given database does not exist then it creates the database given in &lt;database&gt; and opens it and uses it.</a:t>
            </a:r>
          </a:p>
          <a:p>
            <a:pPr>
              <a:spcBef>
                <a:spcPts val="525"/>
              </a:spcBef>
              <a:buFont typeface="Arial" panose="020B0604020202020204" pitchFamily="34" charset="0"/>
              <a:buChar char="•"/>
            </a:pPr>
            <a:r>
              <a:rPr lang="en-US" altLang="en-US" sz="2000">
                <a:ea typeface="Microsoft YaHei" panose="020B0503020204020204" pitchFamily="34" charset="-122"/>
              </a:rPr>
              <a:t>“db” command in shell will show which database mongo db is using right now.</a:t>
            </a:r>
          </a:p>
          <a:p>
            <a:pPr>
              <a:spcBef>
                <a:spcPts val="525"/>
              </a:spcBef>
              <a:buFont typeface="Arial" panose="020B0604020202020204" pitchFamily="34" charset="0"/>
              <a:buChar char="•"/>
            </a:pPr>
            <a:r>
              <a:rPr lang="en-US" altLang="en-US" sz="2000">
                <a:ea typeface="Microsoft YaHei" panose="020B0503020204020204" pitchFamily="34" charset="-122"/>
              </a:rPr>
              <a:t>“show dbs” command will display all the databases.  Immediately after creating the database, it is now shown as it does not contain any Table/collections.  You can create a collection / table by using “insert” command.</a:t>
            </a:r>
          </a:p>
          <a:p>
            <a:pPr>
              <a:spcBef>
                <a:spcPts val="525"/>
              </a:spcBef>
              <a:buFont typeface="Arial" panose="020B0604020202020204" pitchFamily="34" charset="0"/>
              <a:buChar char="•"/>
            </a:pPr>
            <a:r>
              <a:rPr lang="en-US" altLang="en-US" sz="2000">
                <a:ea typeface="Microsoft YaHei" panose="020B0503020204020204" pitchFamily="34" charset="-122"/>
              </a:rPr>
              <a:t>Db.movie.insert ({“name:”Vikings”})</a:t>
            </a:r>
          </a:p>
          <a:p>
            <a:pPr>
              <a:spcBef>
                <a:spcPts val="525"/>
              </a:spcBef>
              <a:buClrTx/>
              <a:buFontTx/>
              <a:buNone/>
            </a:pPr>
            <a:endParaRPr lang="en-US" altLang="en-US" sz="2000">
              <a:ea typeface="Microsoft YaHei" panose="020B0503020204020204" pitchFamily="34" charset="-122"/>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3" name="Text Box 1">
            <a:extLst>
              <a:ext uri="{FF2B5EF4-FFF2-40B4-BE49-F238E27FC236}">
                <a16:creationId xmlns:a16="http://schemas.microsoft.com/office/drawing/2014/main" id="{983A45ED-40B2-6CB8-66C2-7B8FD323D207}"/>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Use database and db command</a:t>
            </a:r>
          </a:p>
        </p:txBody>
      </p:sp>
      <p:pic>
        <p:nvPicPr>
          <p:cNvPr id="13314" name="Picture 2">
            <a:extLst>
              <a:ext uri="{FF2B5EF4-FFF2-40B4-BE49-F238E27FC236}">
                <a16:creationId xmlns:a16="http://schemas.microsoft.com/office/drawing/2014/main" id="{07E5F45A-4717-0DC9-9076-9FFFB79C35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1341438"/>
            <a:ext cx="4476750" cy="4876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7" name="Text Box 1">
            <a:extLst>
              <a:ext uri="{FF2B5EF4-FFF2-40B4-BE49-F238E27FC236}">
                <a16:creationId xmlns:a16="http://schemas.microsoft.com/office/drawing/2014/main" id="{0D353F42-654A-2D30-23CE-CB6BF16DA7CA}"/>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Drop a database.</a:t>
            </a:r>
          </a:p>
        </p:txBody>
      </p:sp>
      <p:sp>
        <p:nvSpPr>
          <p:cNvPr id="14338" name="Text Box 2">
            <a:extLst>
              <a:ext uri="{FF2B5EF4-FFF2-40B4-BE49-F238E27FC236}">
                <a16:creationId xmlns:a16="http://schemas.microsoft.com/office/drawing/2014/main" id="{24C69ABF-3CFB-E86D-E1D2-AC07AAFD3C4F}"/>
              </a:ext>
            </a:extLst>
          </p:cNvPr>
          <p:cNvSpPr txBox="1">
            <a:spLocks noChangeArrowheads="1"/>
          </p:cNvSpPr>
          <p:nvPr/>
        </p:nvSpPr>
        <p:spPr bwMode="auto">
          <a:xfrm>
            <a:off x="395288" y="1165225"/>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825"/>
              </a:spcBef>
              <a:buFont typeface="Arial" panose="020B0604020202020204" pitchFamily="34" charset="0"/>
              <a:buChar char="•"/>
            </a:pPr>
            <a:r>
              <a:rPr lang="en-US" altLang="en-US" sz="3200">
                <a:ea typeface="Microsoft YaHei" panose="020B0503020204020204" pitchFamily="34" charset="-122"/>
              </a:rPr>
              <a:t>Db.dropDatabase() will drop the currently selected database.</a:t>
            </a:r>
          </a:p>
          <a:p>
            <a:pPr>
              <a:spcBef>
                <a:spcPts val="825"/>
              </a:spcBef>
              <a:buClrTx/>
              <a:buFontTx/>
              <a:buNone/>
            </a:pPr>
            <a:endParaRPr lang="en-US" altLang="en-US" sz="3200">
              <a:ea typeface="Microsoft YaHei" panose="020B0503020204020204" pitchFamily="34" charset="-122"/>
            </a:endParaRPr>
          </a:p>
        </p:txBody>
      </p:sp>
      <p:pic>
        <p:nvPicPr>
          <p:cNvPr id="14339" name="Picture 3">
            <a:extLst>
              <a:ext uri="{FF2B5EF4-FFF2-40B4-BE49-F238E27FC236}">
                <a16:creationId xmlns:a16="http://schemas.microsoft.com/office/drawing/2014/main" id="{D71C1407-E5DE-9363-F879-88B4CDA847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538" y="2205038"/>
            <a:ext cx="5067300" cy="45624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1" name="Text Box 1">
            <a:extLst>
              <a:ext uri="{FF2B5EF4-FFF2-40B4-BE49-F238E27FC236}">
                <a16:creationId xmlns:a16="http://schemas.microsoft.com/office/drawing/2014/main" id="{683048F9-1EE9-E628-F3DB-05E51360D51D}"/>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Create a collection.</a:t>
            </a:r>
          </a:p>
        </p:txBody>
      </p:sp>
      <p:sp>
        <p:nvSpPr>
          <p:cNvPr id="15362" name="Text Box 2">
            <a:extLst>
              <a:ext uri="{FF2B5EF4-FFF2-40B4-BE49-F238E27FC236}">
                <a16:creationId xmlns:a16="http://schemas.microsoft.com/office/drawing/2014/main" id="{E7C2E7F6-4153-FCE7-49D3-AE070E132A64}"/>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525"/>
              </a:spcBef>
              <a:buFont typeface="Arial" panose="020B0604020202020204" pitchFamily="34" charset="0"/>
              <a:buChar char="•"/>
            </a:pPr>
            <a:r>
              <a:rPr lang="en-US" altLang="en-US" sz="2000">
                <a:ea typeface="Microsoft YaHei" panose="020B0503020204020204" pitchFamily="34" charset="-122"/>
              </a:rPr>
              <a:t>Collection in mongodb is equivalent to table name in SQL.  There are two ways to crate a collection </a:t>
            </a:r>
          </a:p>
          <a:p>
            <a:pPr>
              <a:spcBef>
                <a:spcPts val="525"/>
              </a:spcBef>
              <a:buClrTx/>
              <a:buFontTx/>
              <a:buNone/>
            </a:pPr>
            <a:r>
              <a:rPr lang="en-US" altLang="en-US" sz="2000">
                <a:ea typeface="Microsoft YaHei" panose="020B0503020204020204" pitchFamily="34" charset="-122"/>
              </a:rPr>
              <a:t>    (1) db.createCollection (&lt;name of collection&gt;)</a:t>
            </a:r>
          </a:p>
          <a:p>
            <a:pPr>
              <a:spcBef>
                <a:spcPts val="525"/>
              </a:spcBef>
              <a:buClrTx/>
              <a:buFontTx/>
              <a:buNone/>
            </a:pPr>
            <a:r>
              <a:rPr lang="en-US" altLang="en-US" sz="2000">
                <a:ea typeface="Microsoft YaHei" panose="020B0503020204020204" pitchFamily="34" charset="-122"/>
              </a:rPr>
              <a:t>    (2) Write directly into the collection, if the collection does not exist then it will create the collection and then will write into it.  By using the command db.&lt;collection name&gt;.insert ({“attribute name”: Value, “attribute name”:value}).</a:t>
            </a:r>
          </a:p>
          <a:p>
            <a:pPr>
              <a:spcBef>
                <a:spcPts val="525"/>
              </a:spcBef>
              <a:buFont typeface="Arial" panose="020B0604020202020204" pitchFamily="34" charset="0"/>
              <a:buChar char="•"/>
            </a:pPr>
            <a:r>
              <a:rPr lang="en-US" altLang="en-US" sz="2000">
                <a:ea typeface="Microsoft YaHei" panose="020B0503020204020204" pitchFamily="34" charset="-122"/>
              </a:rPr>
              <a:t>Collection is Table in SQL and document is a record in SQL.</a:t>
            </a:r>
          </a:p>
          <a:p>
            <a:pPr>
              <a:spcBef>
                <a:spcPts val="525"/>
              </a:spcBef>
              <a:buFont typeface="Arial" panose="020B0604020202020204" pitchFamily="34" charset="0"/>
              <a:buChar char="•"/>
            </a:pPr>
            <a:r>
              <a:rPr lang="en-US" altLang="en-US" sz="2000">
                <a:ea typeface="Microsoft YaHei" panose="020B0503020204020204" pitchFamily="34" charset="-122"/>
              </a:rPr>
              <a:t>“db.collection_name.find()” will displays all the documents in the collection or in SQL </a:t>
            </a:r>
            <a:r>
              <a:rPr lang="en-US" altLang="en-US" sz="2000">
                <a:latin typeface="Wingdings" panose="05000000000000000000" pitchFamily="2" charset="2"/>
              </a:rPr>
              <a:t></a:t>
            </a:r>
            <a:r>
              <a:rPr lang="en-US" altLang="en-US" sz="2000">
                <a:ea typeface="Microsoft YaHei" panose="020B0503020204020204" pitchFamily="34" charset="-122"/>
              </a:rPr>
              <a:t> will display all the records of the table.</a:t>
            </a:r>
          </a:p>
          <a:p>
            <a:pPr>
              <a:spcBef>
                <a:spcPts val="525"/>
              </a:spcBef>
              <a:buClrTx/>
              <a:buFontTx/>
              <a:buNone/>
            </a:pPr>
            <a:endParaRPr lang="en-US" altLang="en-US" sz="2000">
              <a:ea typeface="Microsoft YaHei" panose="020B0503020204020204" pitchFamily="34" charset="-122"/>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5" name="Text Box 1">
            <a:extLst>
              <a:ext uri="{FF2B5EF4-FFF2-40B4-BE49-F238E27FC236}">
                <a16:creationId xmlns:a16="http://schemas.microsoft.com/office/drawing/2014/main" id="{D60F477C-F0E9-16EC-FE85-52DBCDD23601}"/>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000">
                <a:ea typeface="Microsoft YaHei" panose="020B0503020204020204" pitchFamily="34" charset="-122"/>
              </a:rPr>
              <a:t>Create collection and inserting data into it.</a:t>
            </a:r>
          </a:p>
        </p:txBody>
      </p:sp>
      <p:pic>
        <p:nvPicPr>
          <p:cNvPr id="16386" name="Picture 2">
            <a:extLst>
              <a:ext uri="{FF2B5EF4-FFF2-40B4-BE49-F238E27FC236}">
                <a16:creationId xmlns:a16="http://schemas.microsoft.com/office/drawing/2014/main" id="{76C283C3-709C-64E1-E438-E3F006DE57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663" y="1412875"/>
            <a:ext cx="8477250" cy="45339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09" name="Text Box 1">
            <a:extLst>
              <a:ext uri="{FF2B5EF4-FFF2-40B4-BE49-F238E27FC236}">
                <a16:creationId xmlns:a16="http://schemas.microsoft.com/office/drawing/2014/main" id="{6EABCC9B-BEC9-4142-8F42-964116131BB1}"/>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000">
                <a:ea typeface="Microsoft YaHei" panose="020B0503020204020204" pitchFamily="34" charset="-122"/>
              </a:rPr>
              <a:t>Creating collection using insert command.</a:t>
            </a:r>
          </a:p>
        </p:txBody>
      </p:sp>
      <p:pic>
        <p:nvPicPr>
          <p:cNvPr id="17410" name="Picture 2">
            <a:extLst>
              <a:ext uri="{FF2B5EF4-FFF2-40B4-BE49-F238E27FC236}">
                <a16:creationId xmlns:a16="http://schemas.microsoft.com/office/drawing/2014/main" id="{BA4D07D8-3EEA-AAA9-68AA-CBE49F1B92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628775"/>
            <a:ext cx="8523288" cy="28797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3" name="Text Box 1">
            <a:extLst>
              <a:ext uri="{FF2B5EF4-FFF2-40B4-BE49-F238E27FC236}">
                <a16:creationId xmlns:a16="http://schemas.microsoft.com/office/drawing/2014/main" id="{817280C1-2ED5-E44E-A118-13E4A1F82DFA}"/>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Drop the collection.</a:t>
            </a:r>
          </a:p>
        </p:txBody>
      </p:sp>
      <p:sp>
        <p:nvSpPr>
          <p:cNvPr id="18434" name="Text Box 2">
            <a:extLst>
              <a:ext uri="{FF2B5EF4-FFF2-40B4-BE49-F238E27FC236}">
                <a16:creationId xmlns:a16="http://schemas.microsoft.com/office/drawing/2014/main" id="{ADD0B6A8-610D-C0F5-4B5A-578952FA5E61}"/>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525"/>
              </a:spcBef>
              <a:buFont typeface="Arial" panose="020B0604020202020204" pitchFamily="34" charset="0"/>
              <a:buChar char="•"/>
            </a:pPr>
            <a:r>
              <a:rPr lang="en-US" altLang="en-US" sz="2000">
                <a:ea typeface="Microsoft YaHei" panose="020B0503020204020204" pitchFamily="34" charset="-122"/>
              </a:rPr>
              <a:t>Collection / Table name in sql can be dropped by the command.</a:t>
            </a:r>
          </a:p>
          <a:p>
            <a:pPr>
              <a:spcBef>
                <a:spcPts val="525"/>
              </a:spcBef>
              <a:buClrTx/>
              <a:buFontTx/>
              <a:buNone/>
            </a:pPr>
            <a:r>
              <a:rPr lang="en-US" altLang="en-US" sz="2000">
                <a:ea typeface="Microsoft YaHei" panose="020B0503020204020204" pitchFamily="34" charset="-122"/>
              </a:rPr>
              <a:t>        db.&lt;collection name&gt;.drop()</a:t>
            </a:r>
          </a:p>
          <a:p>
            <a:pPr>
              <a:spcBef>
                <a:spcPts val="825"/>
              </a:spcBef>
              <a:buClrTx/>
              <a:buFontTx/>
              <a:buNone/>
            </a:pPr>
            <a:endParaRPr lang="en-US" altLang="en-US" sz="3200">
              <a:ea typeface="Microsoft YaHei" panose="020B0503020204020204" pitchFamily="34" charset="-122"/>
            </a:endParaRPr>
          </a:p>
          <a:p>
            <a:pPr>
              <a:spcBef>
                <a:spcPts val="825"/>
              </a:spcBef>
              <a:buClrTx/>
              <a:buFontTx/>
              <a:buNone/>
            </a:pPr>
            <a:endParaRPr lang="en-US" altLang="en-US" sz="3200">
              <a:ea typeface="Microsoft YaHei" panose="020B0503020204020204" pitchFamily="34" charset="-122"/>
            </a:endParaRPr>
          </a:p>
        </p:txBody>
      </p:sp>
      <p:pic>
        <p:nvPicPr>
          <p:cNvPr id="18435" name="Picture 3">
            <a:extLst>
              <a:ext uri="{FF2B5EF4-FFF2-40B4-BE49-F238E27FC236}">
                <a16:creationId xmlns:a16="http://schemas.microsoft.com/office/drawing/2014/main" id="{7880336B-B1A1-BF1B-A4E5-FD0A6D2091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492375"/>
            <a:ext cx="5295900" cy="3962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7" name="Text Box 1">
            <a:extLst>
              <a:ext uri="{FF2B5EF4-FFF2-40B4-BE49-F238E27FC236}">
                <a16:creationId xmlns:a16="http://schemas.microsoft.com/office/drawing/2014/main" id="{0AD388B1-3A5A-37CE-A7AA-43F1F348B5E9}"/>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Insert a document</a:t>
            </a:r>
          </a:p>
        </p:txBody>
      </p:sp>
      <p:sp>
        <p:nvSpPr>
          <p:cNvPr id="19458" name="Text Box 2">
            <a:extLst>
              <a:ext uri="{FF2B5EF4-FFF2-40B4-BE49-F238E27FC236}">
                <a16:creationId xmlns:a16="http://schemas.microsoft.com/office/drawing/2014/main" id="{A62ED20B-7D1E-B87E-60D0-46DBF306C3AE}"/>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525"/>
              </a:spcBef>
              <a:buFont typeface="Arial" panose="020B0604020202020204" pitchFamily="34" charset="0"/>
              <a:buChar char="•"/>
            </a:pPr>
            <a:r>
              <a:rPr lang="en-IN" altLang="en-US" sz="2000">
                <a:ea typeface="Microsoft YaHei" panose="020B0503020204020204" pitchFamily="34" charset="-122"/>
              </a:rPr>
              <a:t>Document is a Record in SQL.  Db.&lt;collection Name&gt;.insert will insert a document into a collection as show in the image below:</a:t>
            </a:r>
          </a:p>
          <a:p>
            <a:pPr>
              <a:spcBef>
                <a:spcPts val="525"/>
              </a:spcBef>
              <a:buClrTx/>
              <a:buFontTx/>
              <a:buNone/>
            </a:pPr>
            <a:endParaRPr lang="en-IN" altLang="en-US" sz="2000">
              <a:ea typeface="Microsoft YaHei" panose="020B0503020204020204" pitchFamily="34" charset="-122"/>
            </a:endParaRPr>
          </a:p>
          <a:p>
            <a:pPr>
              <a:spcBef>
                <a:spcPts val="525"/>
              </a:spcBef>
              <a:buClrTx/>
              <a:buFontTx/>
              <a:buNone/>
            </a:pPr>
            <a:endParaRPr lang="en-IN" altLang="en-US" sz="2000">
              <a:ea typeface="Microsoft YaHei" panose="020B0503020204020204" pitchFamily="34" charset="-122"/>
            </a:endParaRPr>
          </a:p>
          <a:p>
            <a:pPr>
              <a:spcBef>
                <a:spcPts val="525"/>
              </a:spcBef>
              <a:buClrTx/>
              <a:buFontTx/>
              <a:buNone/>
            </a:pPr>
            <a:endParaRPr lang="en-IN" altLang="en-US" sz="2000">
              <a:ea typeface="Microsoft YaHei" panose="020B0503020204020204" pitchFamily="34" charset="-122"/>
            </a:endParaRPr>
          </a:p>
          <a:p>
            <a:pPr>
              <a:spcBef>
                <a:spcPts val="525"/>
              </a:spcBef>
              <a:buClrTx/>
              <a:buFontTx/>
              <a:buNone/>
            </a:pPr>
            <a:endParaRPr lang="en-IN" altLang="en-US" sz="2000">
              <a:ea typeface="Microsoft YaHei" panose="020B0503020204020204" pitchFamily="34" charset="-122"/>
            </a:endParaRPr>
          </a:p>
          <a:p>
            <a:pPr>
              <a:spcBef>
                <a:spcPts val="525"/>
              </a:spcBef>
              <a:buClrTx/>
              <a:buFontTx/>
              <a:buNone/>
            </a:pPr>
            <a:endParaRPr lang="en-IN" altLang="en-US" sz="2000">
              <a:ea typeface="Microsoft YaHei" panose="020B0503020204020204" pitchFamily="34" charset="-122"/>
            </a:endParaRPr>
          </a:p>
          <a:p>
            <a:pPr>
              <a:spcBef>
                <a:spcPts val="525"/>
              </a:spcBef>
              <a:buClrTx/>
              <a:buFontTx/>
              <a:buNone/>
            </a:pPr>
            <a:endParaRPr lang="en-IN" altLang="en-US" sz="2000">
              <a:ea typeface="Microsoft YaHei" panose="020B0503020204020204" pitchFamily="34" charset="-122"/>
            </a:endParaRPr>
          </a:p>
          <a:p>
            <a:pPr>
              <a:spcBef>
                <a:spcPts val="525"/>
              </a:spcBef>
              <a:buClrTx/>
              <a:buFontTx/>
              <a:buNone/>
            </a:pPr>
            <a:endParaRPr lang="en-IN" altLang="en-US" sz="2000">
              <a:ea typeface="Microsoft YaHei" panose="020B0503020204020204" pitchFamily="34" charset="-122"/>
            </a:endParaRPr>
          </a:p>
          <a:p>
            <a:pPr>
              <a:spcBef>
                <a:spcPts val="525"/>
              </a:spcBef>
              <a:buClrTx/>
              <a:buFontTx/>
              <a:buNone/>
            </a:pPr>
            <a:endParaRPr lang="en-IN" altLang="en-US" sz="2000">
              <a:ea typeface="Microsoft YaHei" panose="020B0503020204020204" pitchFamily="34" charset="-122"/>
            </a:endParaRPr>
          </a:p>
          <a:p>
            <a:pPr>
              <a:spcBef>
                <a:spcPts val="525"/>
              </a:spcBef>
              <a:buClrTx/>
              <a:buFontTx/>
              <a:buNone/>
            </a:pPr>
            <a:endParaRPr lang="en-IN" altLang="en-US" sz="2000">
              <a:ea typeface="Microsoft YaHei" panose="020B0503020204020204" pitchFamily="34" charset="-122"/>
            </a:endParaRPr>
          </a:p>
          <a:p>
            <a:pPr>
              <a:spcBef>
                <a:spcPts val="525"/>
              </a:spcBef>
              <a:buFont typeface="Arial" panose="020B0604020202020204" pitchFamily="34" charset="0"/>
              <a:buChar char="•"/>
            </a:pPr>
            <a:r>
              <a:rPr lang="en-IN" altLang="en-US" sz="2000">
                <a:ea typeface="Microsoft YaHei" panose="020B0503020204020204" pitchFamily="34" charset="-122"/>
              </a:rPr>
              <a:t>Db.books.insert() will add a document into a collection.  Db.books.find() will display all the documents in the collection.</a:t>
            </a:r>
          </a:p>
          <a:p>
            <a:pPr>
              <a:spcBef>
                <a:spcPts val="525"/>
              </a:spcBef>
              <a:buFont typeface="Arial" panose="020B0604020202020204" pitchFamily="34" charset="0"/>
              <a:buChar char="•"/>
            </a:pPr>
            <a:r>
              <a:rPr lang="en-IN" altLang="en-US" sz="2000">
                <a:ea typeface="Microsoft YaHei" panose="020B0503020204020204" pitchFamily="34" charset="-122"/>
              </a:rPr>
              <a:t>Writing the documents in a notepad and copy paste in the shell is a better option.</a:t>
            </a:r>
          </a:p>
          <a:p>
            <a:pPr>
              <a:spcBef>
                <a:spcPts val="525"/>
              </a:spcBef>
              <a:buClrTx/>
              <a:buFontTx/>
              <a:buNone/>
            </a:pPr>
            <a:endParaRPr lang="en-IN" altLang="en-US" sz="2000">
              <a:ea typeface="Microsoft YaHei" panose="020B0503020204020204" pitchFamily="34" charset="-122"/>
            </a:endParaRPr>
          </a:p>
          <a:p>
            <a:pPr>
              <a:spcBef>
                <a:spcPts val="525"/>
              </a:spcBef>
              <a:buClrTx/>
              <a:buFontTx/>
              <a:buNone/>
            </a:pPr>
            <a:endParaRPr lang="en-IN" altLang="en-US" sz="2000">
              <a:ea typeface="Microsoft YaHei" panose="020B0503020204020204" pitchFamily="34" charset="-122"/>
            </a:endParaRPr>
          </a:p>
        </p:txBody>
      </p:sp>
      <p:pic>
        <p:nvPicPr>
          <p:cNvPr id="19459" name="Picture 3">
            <a:extLst>
              <a:ext uri="{FF2B5EF4-FFF2-40B4-BE49-F238E27FC236}">
                <a16:creationId xmlns:a16="http://schemas.microsoft.com/office/drawing/2014/main" id="{B66B7654-8C6A-0B30-4F70-2BFF53B295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013" y="2420938"/>
            <a:ext cx="7004050" cy="2844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1" name="Text Box 1">
            <a:extLst>
              <a:ext uri="{FF2B5EF4-FFF2-40B4-BE49-F238E27FC236}">
                <a16:creationId xmlns:a16="http://schemas.microsoft.com/office/drawing/2014/main" id="{F0B911B2-E4A4-2C00-B93D-28E10D0EC513}"/>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Inserting multiple documents in a collection.</a:t>
            </a:r>
          </a:p>
        </p:txBody>
      </p:sp>
      <p:pic>
        <p:nvPicPr>
          <p:cNvPr id="20482" name="Picture 2">
            <a:extLst>
              <a:ext uri="{FF2B5EF4-FFF2-40B4-BE49-F238E27FC236}">
                <a16:creationId xmlns:a16="http://schemas.microsoft.com/office/drawing/2014/main" id="{644A6EE9-5E2A-9BAC-B039-7EC7AAA21C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628775"/>
            <a:ext cx="6705600" cy="50784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505" name="Picture 1">
            <a:extLst>
              <a:ext uri="{FF2B5EF4-FFF2-40B4-BE49-F238E27FC236}">
                <a16:creationId xmlns:a16="http://schemas.microsoft.com/office/drawing/2014/main" id="{4720E23D-6F3E-400E-CFDE-1836E79D9C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620713"/>
            <a:ext cx="7016750" cy="45259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1506" name="Picture 2">
            <a:extLst>
              <a:ext uri="{FF2B5EF4-FFF2-40B4-BE49-F238E27FC236}">
                <a16:creationId xmlns:a16="http://schemas.microsoft.com/office/drawing/2014/main" id="{9CF4F594-F7E4-13BA-671C-5C47970172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5300663"/>
            <a:ext cx="6902450" cy="14605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29" name="Text Box 1">
            <a:extLst>
              <a:ext uri="{FF2B5EF4-FFF2-40B4-BE49-F238E27FC236}">
                <a16:creationId xmlns:a16="http://schemas.microsoft.com/office/drawing/2014/main" id="{AFB4DB17-0557-54B7-2BBC-98D4A0A76B3C}"/>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Document update.</a:t>
            </a:r>
          </a:p>
        </p:txBody>
      </p:sp>
      <p:sp>
        <p:nvSpPr>
          <p:cNvPr id="22530" name="Text Box 2">
            <a:extLst>
              <a:ext uri="{FF2B5EF4-FFF2-40B4-BE49-F238E27FC236}">
                <a16:creationId xmlns:a16="http://schemas.microsoft.com/office/drawing/2014/main" id="{E4FDE315-EE86-4CF3-8268-AE2CCD6EC604}"/>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525"/>
              </a:spcBef>
              <a:buFont typeface="Arial" panose="020B0604020202020204" pitchFamily="34" charset="0"/>
              <a:buChar char="•"/>
            </a:pPr>
            <a:r>
              <a:rPr lang="en-IN" altLang="en-US" sz="2000">
                <a:ea typeface="Microsoft YaHei" panose="020B0503020204020204" pitchFamily="34" charset="-122"/>
              </a:rPr>
              <a:t>A document can be updated using db.&lt;collection name&gt;.update() command.</a:t>
            </a:r>
          </a:p>
          <a:p>
            <a:pPr>
              <a:spcBef>
                <a:spcPts val="525"/>
              </a:spcBef>
              <a:buFont typeface="Arial" panose="020B0604020202020204" pitchFamily="34" charset="0"/>
              <a:buChar char="•"/>
            </a:pPr>
            <a:r>
              <a:rPr lang="en-IN" altLang="en-US" sz="2000">
                <a:ea typeface="Microsoft YaHei" panose="020B0503020204020204" pitchFamily="34" charset="-122"/>
              </a:rPr>
              <a:t>Using db.books.update() Author Simi Dwivedi is modified to Simi.</a:t>
            </a:r>
          </a:p>
          <a:p>
            <a:pPr>
              <a:spcBef>
                <a:spcPts val="525"/>
              </a:spcBef>
              <a:buClrTx/>
              <a:buFontTx/>
              <a:buNone/>
            </a:pPr>
            <a:endParaRPr lang="en-IN" altLang="en-US" sz="2000">
              <a:ea typeface="Microsoft YaHei" panose="020B0503020204020204" pitchFamily="34" charset="-122"/>
            </a:endParaRPr>
          </a:p>
          <a:p>
            <a:pPr>
              <a:spcBef>
                <a:spcPts val="525"/>
              </a:spcBef>
              <a:buClrTx/>
              <a:buFontTx/>
              <a:buNone/>
            </a:pPr>
            <a:endParaRPr lang="en-IN" altLang="en-US" sz="2000">
              <a:ea typeface="Microsoft YaHei" panose="020B0503020204020204" pitchFamily="34" charset="-122"/>
            </a:endParaRPr>
          </a:p>
          <a:p>
            <a:pPr>
              <a:spcBef>
                <a:spcPts val="525"/>
              </a:spcBef>
              <a:buClrTx/>
              <a:buFontTx/>
              <a:buNone/>
            </a:pPr>
            <a:endParaRPr lang="en-IN" altLang="en-US" sz="2000">
              <a:ea typeface="Microsoft YaHei" panose="020B0503020204020204" pitchFamily="34" charset="-122"/>
            </a:endParaRPr>
          </a:p>
          <a:p>
            <a:pPr>
              <a:spcBef>
                <a:spcPts val="525"/>
              </a:spcBef>
              <a:buClrTx/>
              <a:buFontTx/>
              <a:buNone/>
            </a:pPr>
            <a:endParaRPr lang="en-IN" altLang="en-US" sz="2000">
              <a:ea typeface="Microsoft YaHei" panose="020B0503020204020204" pitchFamily="34" charset="-122"/>
            </a:endParaRPr>
          </a:p>
          <a:p>
            <a:pPr>
              <a:spcBef>
                <a:spcPts val="525"/>
              </a:spcBef>
              <a:buClrTx/>
              <a:buFontTx/>
              <a:buNone/>
            </a:pPr>
            <a:endParaRPr lang="en-IN" altLang="en-US" sz="2000">
              <a:ea typeface="Microsoft YaHei" panose="020B0503020204020204" pitchFamily="34" charset="-122"/>
            </a:endParaRPr>
          </a:p>
          <a:p>
            <a:pPr>
              <a:spcBef>
                <a:spcPts val="525"/>
              </a:spcBef>
              <a:buClrTx/>
              <a:buFontTx/>
              <a:buNone/>
            </a:pPr>
            <a:endParaRPr lang="en-IN" altLang="en-US" sz="2000">
              <a:ea typeface="Microsoft YaHei" panose="020B0503020204020204" pitchFamily="34" charset="-122"/>
            </a:endParaRPr>
          </a:p>
        </p:txBody>
      </p:sp>
      <p:pic>
        <p:nvPicPr>
          <p:cNvPr id="22531" name="Picture 3">
            <a:extLst>
              <a:ext uri="{FF2B5EF4-FFF2-40B4-BE49-F238E27FC236}">
                <a16:creationId xmlns:a16="http://schemas.microsoft.com/office/drawing/2014/main" id="{B9DBF9AE-2A8F-34DD-2A7B-EE02677408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781300"/>
            <a:ext cx="7010400" cy="2330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3" name="Text Box 1">
            <a:extLst>
              <a:ext uri="{FF2B5EF4-FFF2-40B4-BE49-F238E27FC236}">
                <a16:creationId xmlns:a16="http://schemas.microsoft.com/office/drawing/2014/main" id="{8E4047C3-C15F-E609-D1C0-539067B7387A}"/>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Removing a document</a:t>
            </a:r>
          </a:p>
        </p:txBody>
      </p:sp>
      <p:sp>
        <p:nvSpPr>
          <p:cNvPr id="23554" name="Text Box 2">
            <a:extLst>
              <a:ext uri="{FF2B5EF4-FFF2-40B4-BE49-F238E27FC236}">
                <a16:creationId xmlns:a16="http://schemas.microsoft.com/office/drawing/2014/main" id="{5F0C42A1-E019-6CAB-6CE0-48DA7697165A}"/>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825"/>
              </a:spcBef>
              <a:buFont typeface="Arial" panose="020B0604020202020204" pitchFamily="34" charset="0"/>
              <a:buChar char="•"/>
            </a:pPr>
            <a:r>
              <a:rPr lang="en-IN" altLang="en-US" sz="3200">
                <a:ea typeface="Microsoft YaHei" panose="020B0503020204020204" pitchFamily="34" charset="-122"/>
              </a:rPr>
              <a:t>Db.&lt;collection name&gt;.remove() is used to remove or delete documents from the collection.  A criteria can be specified.</a:t>
            </a:r>
          </a:p>
          <a:p>
            <a:pPr>
              <a:spcBef>
                <a:spcPts val="825"/>
              </a:spcBef>
              <a:buClrTx/>
              <a:buFontTx/>
              <a:buNone/>
            </a:pPr>
            <a:endParaRPr lang="en-IN" altLang="en-US" sz="3200">
              <a:ea typeface="Microsoft YaHei" panose="020B0503020204020204" pitchFamily="34" charset="-122"/>
            </a:endParaRPr>
          </a:p>
          <a:p>
            <a:pPr>
              <a:spcBef>
                <a:spcPts val="825"/>
              </a:spcBef>
              <a:buClrTx/>
              <a:buFontTx/>
              <a:buNone/>
            </a:pPr>
            <a:endParaRPr lang="en-IN" altLang="en-US" sz="3200">
              <a:ea typeface="Microsoft YaHei" panose="020B0503020204020204" pitchFamily="34" charset="-122"/>
            </a:endParaRPr>
          </a:p>
          <a:p>
            <a:pPr>
              <a:spcBef>
                <a:spcPts val="825"/>
              </a:spcBef>
              <a:buClrTx/>
              <a:buFontTx/>
              <a:buNone/>
            </a:pPr>
            <a:endParaRPr lang="en-IN" altLang="en-US" sz="3200">
              <a:ea typeface="Microsoft YaHei" panose="020B0503020204020204" pitchFamily="34" charset="-122"/>
            </a:endParaRPr>
          </a:p>
          <a:p>
            <a:pPr>
              <a:spcBef>
                <a:spcPts val="825"/>
              </a:spcBef>
              <a:buFont typeface="Arial" panose="020B0604020202020204" pitchFamily="34" charset="0"/>
              <a:buChar char="•"/>
            </a:pPr>
            <a:r>
              <a:rPr lang="en-IN" altLang="en-US" sz="3200">
                <a:ea typeface="Microsoft YaHei" panose="020B0503020204020204" pitchFamily="34" charset="-122"/>
              </a:rPr>
              <a:t>Here the document titled Angular is removed.</a:t>
            </a:r>
          </a:p>
          <a:p>
            <a:pPr>
              <a:spcBef>
                <a:spcPts val="825"/>
              </a:spcBef>
              <a:buClrTx/>
              <a:buFontTx/>
              <a:buNone/>
            </a:pPr>
            <a:endParaRPr lang="en-IN" altLang="en-US" sz="3200">
              <a:ea typeface="Microsoft YaHei" panose="020B0503020204020204" pitchFamily="34" charset="-122"/>
            </a:endParaRPr>
          </a:p>
        </p:txBody>
      </p:sp>
      <p:pic>
        <p:nvPicPr>
          <p:cNvPr id="23555" name="Picture 3">
            <a:extLst>
              <a:ext uri="{FF2B5EF4-FFF2-40B4-BE49-F238E27FC236}">
                <a16:creationId xmlns:a16="http://schemas.microsoft.com/office/drawing/2014/main" id="{AC55ABF5-7060-AA9B-31F4-BAEF11BF09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284538"/>
            <a:ext cx="9144000" cy="1676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7" name="Text Box 1">
            <a:extLst>
              <a:ext uri="{FF2B5EF4-FFF2-40B4-BE49-F238E27FC236}">
                <a16:creationId xmlns:a16="http://schemas.microsoft.com/office/drawing/2014/main" id="{23548302-AB00-E2EF-03BD-E5D0E4568032}"/>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Removing all the documents.</a:t>
            </a:r>
          </a:p>
        </p:txBody>
      </p:sp>
      <p:sp>
        <p:nvSpPr>
          <p:cNvPr id="24578" name="Text Box 2">
            <a:extLst>
              <a:ext uri="{FF2B5EF4-FFF2-40B4-BE49-F238E27FC236}">
                <a16:creationId xmlns:a16="http://schemas.microsoft.com/office/drawing/2014/main" id="{8C15C702-F719-E22A-DCD5-DDF2E4458BDF}"/>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825"/>
              </a:spcBef>
              <a:buFont typeface="Arial" panose="020B0604020202020204" pitchFamily="34" charset="0"/>
              <a:buChar char="•"/>
            </a:pPr>
            <a:r>
              <a:rPr lang="en-IN" altLang="en-US" sz="3200">
                <a:ea typeface="Microsoft YaHei" panose="020B0503020204020204" pitchFamily="34" charset="-122"/>
              </a:rPr>
              <a:t>Db.&lt;Collection name&gt;.remove{{}) will remove all the documents from the collection.</a:t>
            </a:r>
          </a:p>
          <a:p>
            <a:pPr>
              <a:spcBef>
                <a:spcPts val="825"/>
              </a:spcBef>
              <a:buClrTx/>
              <a:buFontTx/>
              <a:buNone/>
            </a:pPr>
            <a:endParaRPr lang="en-IN" altLang="en-US" sz="3200">
              <a:ea typeface="Microsoft YaHei" panose="020B0503020204020204" pitchFamily="34" charset="-122"/>
            </a:endParaRPr>
          </a:p>
          <a:p>
            <a:pPr>
              <a:spcBef>
                <a:spcPts val="825"/>
              </a:spcBef>
              <a:buClrTx/>
              <a:buFontTx/>
              <a:buNone/>
            </a:pPr>
            <a:endParaRPr lang="en-IN" altLang="en-US" sz="3200">
              <a:ea typeface="Microsoft YaHei" panose="020B0503020204020204" pitchFamily="34" charset="-122"/>
            </a:endParaRPr>
          </a:p>
        </p:txBody>
      </p:sp>
      <p:pic>
        <p:nvPicPr>
          <p:cNvPr id="24579" name="Picture 3">
            <a:extLst>
              <a:ext uri="{FF2B5EF4-FFF2-40B4-BE49-F238E27FC236}">
                <a16:creationId xmlns:a16="http://schemas.microsoft.com/office/drawing/2014/main" id="{5094A212-8D4C-D542-0105-758F838907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736850"/>
            <a:ext cx="8382000" cy="13843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1" name="Text Box 1">
            <a:extLst>
              <a:ext uri="{FF2B5EF4-FFF2-40B4-BE49-F238E27FC236}">
                <a16:creationId xmlns:a16="http://schemas.microsoft.com/office/drawing/2014/main" id="{EA71D9D8-81B8-3FE9-5A39-3017060F9410}"/>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Querying documents.</a:t>
            </a:r>
          </a:p>
        </p:txBody>
      </p:sp>
      <p:sp>
        <p:nvSpPr>
          <p:cNvPr id="25602" name="Text Box 2">
            <a:extLst>
              <a:ext uri="{FF2B5EF4-FFF2-40B4-BE49-F238E27FC236}">
                <a16:creationId xmlns:a16="http://schemas.microsoft.com/office/drawing/2014/main" id="{38DADDB9-0EA3-D4BB-9991-FBB83BB5D8D1}"/>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825"/>
              </a:spcBef>
              <a:buFont typeface="Arial" panose="020B0604020202020204" pitchFamily="34" charset="0"/>
              <a:buChar char="•"/>
            </a:pPr>
            <a:r>
              <a:rPr lang="en-IN" altLang="en-US" sz="3200">
                <a:ea typeface="Microsoft YaHei" panose="020B0503020204020204" pitchFamily="34" charset="-122"/>
              </a:rPr>
              <a:t>Db.collection name.find() </a:t>
            </a:r>
            <a:r>
              <a:rPr lang="en-IN" altLang="en-US" sz="3200">
                <a:latin typeface="Wingdings" panose="05000000000000000000" pitchFamily="2" charset="2"/>
              </a:rPr>
              <a:t></a:t>
            </a:r>
            <a:r>
              <a:rPr lang="en-IN" altLang="en-US" sz="3200">
                <a:ea typeface="Microsoft YaHei" panose="020B0503020204020204" pitchFamily="34" charset="-122"/>
              </a:rPr>
              <a:t> Will retrieve all the documents.</a:t>
            </a:r>
          </a:p>
          <a:p>
            <a:pPr>
              <a:spcBef>
                <a:spcPts val="825"/>
              </a:spcBef>
              <a:buFont typeface="Arial" panose="020B0604020202020204" pitchFamily="34" charset="0"/>
              <a:buChar char="•"/>
            </a:pPr>
            <a:r>
              <a:rPr lang="en-IN" altLang="en-US" sz="3200">
                <a:ea typeface="Microsoft YaHei" panose="020B0503020204020204" pitchFamily="34" charset="-122"/>
              </a:rPr>
              <a:t>Db.collection name.find (&lt;condition&gt;) </a:t>
            </a:r>
            <a:r>
              <a:rPr lang="en-IN" altLang="en-US" sz="3200">
                <a:latin typeface="Wingdings" panose="05000000000000000000" pitchFamily="2" charset="2"/>
              </a:rPr>
              <a:t></a:t>
            </a:r>
            <a:r>
              <a:rPr lang="en-IN" altLang="en-US" sz="3200">
                <a:ea typeface="Microsoft YaHei" panose="020B0503020204020204" pitchFamily="34" charset="-122"/>
              </a:rPr>
              <a:t> Will retrieve all the documents based on the given condition.</a:t>
            </a:r>
          </a:p>
          <a:p>
            <a:pPr>
              <a:spcBef>
                <a:spcPts val="825"/>
              </a:spcBef>
              <a:buClrTx/>
              <a:buFontTx/>
              <a:buNone/>
            </a:pPr>
            <a:endParaRPr lang="en-IN" altLang="en-US" sz="3200">
              <a:ea typeface="Microsoft YaHei" panose="020B0503020204020204" pitchFamily="34" charset="-122"/>
            </a:endParaRPr>
          </a:p>
        </p:txBody>
      </p:sp>
      <p:pic>
        <p:nvPicPr>
          <p:cNvPr id="25603" name="Picture 3">
            <a:extLst>
              <a:ext uri="{FF2B5EF4-FFF2-40B4-BE49-F238E27FC236}">
                <a16:creationId xmlns:a16="http://schemas.microsoft.com/office/drawing/2014/main" id="{0D7CC7A5-202C-CA93-90E9-1D2A2A777C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 y="4365625"/>
            <a:ext cx="9137650" cy="20891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5" name="Text Box 1">
            <a:extLst>
              <a:ext uri="{FF2B5EF4-FFF2-40B4-BE49-F238E27FC236}">
                <a16:creationId xmlns:a16="http://schemas.microsoft.com/office/drawing/2014/main" id="{3E5F2C4A-42C4-1418-3438-8B01455AD6F7}"/>
              </a:ext>
            </a:extLst>
          </p:cNvPr>
          <p:cNvSpPr txBox="1">
            <a:spLocks noChangeArrowheads="1"/>
          </p:cNvSpPr>
          <p:nvPr/>
        </p:nvSpPr>
        <p:spPr bwMode="auto">
          <a:xfrm>
            <a:off x="395288" y="12700"/>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Querying and displaying using pretty()</a:t>
            </a:r>
          </a:p>
        </p:txBody>
      </p:sp>
      <p:sp>
        <p:nvSpPr>
          <p:cNvPr id="26626" name="Text Box 2">
            <a:extLst>
              <a:ext uri="{FF2B5EF4-FFF2-40B4-BE49-F238E27FC236}">
                <a16:creationId xmlns:a16="http://schemas.microsoft.com/office/drawing/2014/main" id="{D76AB5B7-7C55-9393-5F80-3B2BDC981006}"/>
              </a:ext>
            </a:extLst>
          </p:cNvPr>
          <p:cNvSpPr txBox="1">
            <a:spLocks noChangeArrowheads="1"/>
          </p:cNvSpPr>
          <p:nvPr/>
        </p:nvSpPr>
        <p:spPr bwMode="auto">
          <a:xfrm>
            <a:off x="457200" y="1268413"/>
            <a:ext cx="8229600"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325"/>
              </a:spcBef>
              <a:buFont typeface="Arial" panose="020B0604020202020204" pitchFamily="34" charset="0"/>
              <a:buChar char="•"/>
            </a:pPr>
            <a:r>
              <a:rPr lang="en-IN" altLang="en-US" sz="1200">
                <a:ea typeface="Microsoft YaHei" panose="020B0503020204020204" pitchFamily="34" charset="-122"/>
              </a:rPr>
              <a:t>Db.&lt;collection name&gt;.find().pretty() will display the data/documents in a pretty manner.</a:t>
            </a:r>
          </a:p>
        </p:txBody>
      </p:sp>
      <p:pic>
        <p:nvPicPr>
          <p:cNvPr id="26627" name="Picture 3">
            <a:extLst>
              <a:ext uri="{FF2B5EF4-FFF2-40B4-BE49-F238E27FC236}">
                <a16:creationId xmlns:a16="http://schemas.microsoft.com/office/drawing/2014/main" id="{3B66CC8C-E8AA-0973-1A49-40DAF3843A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628775"/>
            <a:ext cx="6858000" cy="56626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49" name="Text Box 1">
            <a:extLst>
              <a:ext uri="{FF2B5EF4-FFF2-40B4-BE49-F238E27FC236}">
                <a16:creationId xmlns:a16="http://schemas.microsoft.com/office/drawing/2014/main" id="{1FD0A9C9-8D5F-6BF8-D826-61D28150A9E0}"/>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FindOne()</a:t>
            </a:r>
          </a:p>
        </p:txBody>
      </p:sp>
      <p:sp>
        <p:nvSpPr>
          <p:cNvPr id="27650" name="Text Box 2">
            <a:extLst>
              <a:ext uri="{FF2B5EF4-FFF2-40B4-BE49-F238E27FC236}">
                <a16:creationId xmlns:a16="http://schemas.microsoft.com/office/drawing/2014/main" id="{7689D973-EE26-DD1C-2220-8E2B47FCB57C}"/>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525"/>
              </a:spcBef>
              <a:buFont typeface="Arial" panose="020B0604020202020204" pitchFamily="34" charset="0"/>
              <a:buChar char="•"/>
            </a:pPr>
            <a:r>
              <a:rPr lang="en-IN" altLang="en-US" sz="2000">
                <a:ea typeface="Microsoft YaHei" panose="020B0503020204020204" pitchFamily="34" charset="-122"/>
              </a:rPr>
              <a:t>db.collection name.findOne() </a:t>
            </a:r>
            <a:r>
              <a:rPr lang="en-IN" altLang="en-US" sz="2000">
                <a:latin typeface="Wingdings" panose="05000000000000000000" pitchFamily="2" charset="2"/>
              </a:rPr>
              <a:t></a:t>
            </a:r>
            <a:r>
              <a:rPr lang="en-IN" altLang="en-US" sz="2000">
                <a:ea typeface="Microsoft YaHei" panose="020B0503020204020204" pitchFamily="34" charset="-122"/>
              </a:rPr>
              <a:t> will display the first record.</a:t>
            </a:r>
          </a:p>
          <a:p>
            <a:pPr>
              <a:spcBef>
                <a:spcPts val="525"/>
              </a:spcBef>
              <a:buClrTx/>
              <a:buFontTx/>
              <a:buNone/>
            </a:pPr>
            <a:endParaRPr lang="en-IN" altLang="en-US" sz="2000">
              <a:ea typeface="Microsoft YaHei" panose="020B0503020204020204" pitchFamily="34" charset="-122"/>
            </a:endParaRPr>
          </a:p>
        </p:txBody>
      </p:sp>
      <p:pic>
        <p:nvPicPr>
          <p:cNvPr id="27651" name="Picture 3">
            <a:extLst>
              <a:ext uri="{FF2B5EF4-FFF2-40B4-BE49-F238E27FC236}">
                <a16:creationId xmlns:a16="http://schemas.microsoft.com/office/drawing/2014/main" id="{599CB883-8FE4-7CA0-202A-ED5268301C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2205038"/>
            <a:ext cx="5353050" cy="18478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3" name="Text Box 1">
            <a:extLst>
              <a:ext uri="{FF2B5EF4-FFF2-40B4-BE49-F238E27FC236}">
                <a16:creationId xmlns:a16="http://schemas.microsoft.com/office/drawing/2014/main" id="{3DFE09F3-3446-A319-E5F3-00BF4F12B618}"/>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Adding conditions in find()</a:t>
            </a:r>
          </a:p>
        </p:txBody>
      </p:sp>
      <p:pic>
        <p:nvPicPr>
          <p:cNvPr id="28674" name="Picture 2">
            <a:extLst>
              <a:ext uri="{FF2B5EF4-FFF2-40B4-BE49-F238E27FC236}">
                <a16:creationId xmlns:a16="http://schemas.microsoft.com/office/drawing/2014/main" id="{24F5C57C-BCA1-03DB-CE02-C79F566780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0" y="1700213"/>
            <a:ext cx="8128000" cy="40703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7" name="Text Box 1">
            <a:extLst>
              <a:ext uri="{FF2B5EF4-FFF2-40B4-BE49-F238E27FC236}">
                <a16:creationId xmlns:a16="http://schemas.microsoft.com/office/drawing/2014/main" id="{32DC9792-83B4-E3E9-6A3E-39B619512831}"/>
              </a:ext>
            </a:extLst>
          </p:cNvPr>
          <p:cNvSpPr txBox="1">
            <a:spLocks noChangeArrowheads="1"/>
          </p:cNvSpPr>
          <p:nvPr/>
        </p:nvSpPr>
        <p:spPr bwMode="auto">
          <a:xfrm>
            <a:off x="457200" y="188913"/>
            <a:ext cx="8229600"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825"/>
              </a:spcBef>
              <a:buFont typeface="Arial" panose="020B0604020202020204" pitchFamily="34" charset="0"/>
              <a:buChar char="•"/>
            </a:pPr>
            <a:r>
              <a:rPr lang="en-IN" altLang="en-US" sz="3200">
                <a:ea typeface="Microsoft YaHei" panose="020B0503020204020204" pitchFamily="34" charset="-122"/>
              </a:rPr>
              <a:t>Using conditions in find().</a:t>
            </a:r>
          </a:p>
          <a:p>
            <a:pPr>
              <a:spcBef>
                <a:spcPts val="825"/>
              </a:spcBef>
              <a:buClrTx/>
              <a:buFontTx/>
              <a:buNone/>
            </a:pPr>
            <a:endParaRPr lang="en-IN" altLang="en-US" sz="3200">
              <a:ea typeface="Microsoft YaHei" panose="020B0503020204020204" pitchFamily="34" charset="-122"/>
            </a:endParaRPr>
          </a:p>
        </p:txBody>
      </p:sp>
      <p:pic>
        <p:nvPicPr>
          <p:cNvPr id="29698" name="Picture 2">
            <a:extLst>
              <a:ext uri="{FF2B5EF4-FFF2-40B4-BE49-F238E27FC236}">
                <a16:creationId xmlns:a16="http://schemas.microsoft.com/office/drawing/2014/main" id="{E45351AC-BDCE-0CB0-625F-ECCD42C15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908050"/>
            <a:ext cx="6946900" cy="60039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1" name="Text Box 1">
            <a:extLst>
              <a:ext uri="{FF2B5EF4-FFF2-40B4-BE49-F238E27FC236}">
                <a16:creationId xmlns:a16="http://schemas.microsoft.com/office/drawing/2014/main" id="{003EC8B1-1543-F241-9A89-574C861F6725}"/>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Adding and an or to find().</a:t>
            </a:r>
          </a:p>
        </p:txBody>
      </p:sp>
      <p:sp>
        <p:nvSpPr>
          <p:cNvPr id="30722" name="Text Box 2">
            <a:extLst>
              <a:ext uri="{FF2B5EF4-FFF2-40B4-BE49-F238E27FC236}">
                <a16:creationId xmlns:a16="http://schemas.microsoft.com/office/drawing/2014/main" id="{DEDA3E3F-3549-40EC-D972-122ED3E1996E}"/>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425"/>
              </a:spcBef>
              <a:buFont typeface="Arial" panose="020B0604020202020204" pitchFamily="34" charset="0"/>
              <a:buChar char="•"/>
            </a:pPr>
            <a:r>
              <a:rPr lang="en-IN" altLang="en-US" sz="1600">
                <a:ea typeface="Microsoft YaHei" panose="020B0503020204020204" pitchFamily="34" charset="-122"/>
              </a:rPr>
              <a:t>Db.collection name.find({$and [{attrbute:value}, {attribute:value}]}) </a:t>
            </a:r>
            <a:r>
              <a:rPr lang="en-IN" altLang="en-US" sz="1600">
                <a:latin typeface="Wingdings" panose="05000000000000000000" pitchFamily="2" charset="2"/>
              </a:rPr>
              <a:t></a:t>
            </a:r>
            <a:r>
              <a:rPr lang="en-IN" altLang="en-US" sz="1600">
                <a:ea typeface="Microsoft YaHei" panose="020B0503020204020204" pitchFamily="34" charset="-122"/>
              </a:rPr>
              <a:t> Gets the document anding two conditions and displays the result.  The same is with or.  For or $or is to be used.</a:t>
            </a:r>
          </a:p>
          <a:p>
            <a:pPr>
              <a:spcBef>
                <a:spcPts val="425"/>
              </a:spcBef>
              <a:buClrTx/>
              <a:buFontTx/>
              <a:buNone/>
            </a:pPr>
            <a:endParaRPr lang="en-IN" altLang="en-US" sz="1600">
              <a:ea typeface="Microsoft YaHei" panose="020B0503020204020204" pitchFamily="34" charset="-122"/>
            </a:endParaRPr>
          </a:p>
          <a:p>
            <a:pPr>
              <a:spcBef>
                <a:spcPts val="425"/>
              </a:spcBef>
              <a:buClrTx/>
              <a:buFontTx/>
              <a:buNone/>
            </a:pPr>
            <a:endParaRPr lang="en-IN" altLang="en-US" sz="1600">
              <a:ea typeface="Microsoft YaHei" panose="020B0503020204020204" pitchFamily="34" charset="-122"/>
            </a:endParaRPr>
          </a:p>
          <a:p>
            <a:pPr>
              <a:spcBef>
                <a:spcPts val="425"/>
              </a:spcBef>
              <a:buClrTx/>
              <a:buFontTx/>
              <a:buNone/>
            </a:pPr>
            <a:endParaRPr lang="en-IN" altLang="en-US" sz="1600">
              <a:ea typeface="Microsoft YaHei" panose="020B0503020204020204" pitchFamily="34" charset="-122"/>
            </a:endParaRPr>
          </a:p>
          <a:p>
            <a:pPr>
              <a:spcBef>
                <a:spcPts val="425"/>
              </a:spcBef>
              <a:buClrTx/>
              <a:buFontTx/>
              <a:buNone/>
            </a:pPr>
            <a:endParaRPr lang="en-IN" altLang="en-US" sz="1600">
              <a:ea typeface="Microsoft YaHei" panose="020B0503020204020204" pitchFamily="34" charset="-122"/>
            </a:endParaRPr>
          </a:p>
          <a:p>
            <a:pPr>
              <a:spcBef>
                <a:spcPts val="425"/>
              </a:spcBef>
              <a:buClrTx/>
              <a:buFontTx/>
              <a:buNone/>
            </a:pPr>
            <a:endParaRPr lang="en-IN" altLang="en-US" sz="1600">
              <a:ea typeface="Microsoft YaHei" panose="020B0503020204020204" pitchFamily="34" charset="-122"/>
            </a:endParaRPr>
          </a:p>
          <a:p>
            <a:pPr>
              <a:spcBef>
                <a:spcPts val="425"/>
              </a:spcBef>
              <a:buClrTx/>
              <a:buFontTx/>
              <a:buNone/>
            </a:pPr>
            <a:endParaRPr lang="en-IN" altLang="en-US" sz="1600">
              <a:ea typeface="Microsoft YaHei" panose="020B0503020204020204" pitchFamily="34" charset="-122"/>
            </a:endParaRPr>
          </a:p>
          <a:p>
            <a:pPr>
              <a:spcBef>
                <a:spcPts val="425"/>
              </a:spcBef>
              <a:buClrTx/>
              <a:buFontTx/>
              <a:buNone/>
            </a:pPr>
            <a:endParaRPr lang="en-IN" altLang="en-US" sz="1600">
              <a:ea typeface="Microsoft YaHei" panose="020B0503020204020204" pitchFamily="34" charset="-122"/>
            </a:endParaRPr>
          </a:p>
          <a:p>
            <a:pPr>
              <a:spcBef>
                <a:spcPts val="425"/>
              </a:spcBef>
              <a:buClrTx/>
              <a:buFontTx/>
              <a:buNone/>
            </a:pPr>
            <a:endParaRPr lang="en-IN" altLang="en-US" sz="1600">
              <a:ea typeface="Microsoft YaHei" panose="020B0503020204020204" pitchFamily="34" charset="-122"/>
            </a:endParaRPr>
          </a:p>
          <a:p>
            <a:pPr>
              <a:spcBef>
                <a:spcPts val="425"/>
              </a:spcBef>
              <a:buClrTx/>
              <a:buFontTx/>
              <a:buNone/>
            </a:pPr>
            <a:endParaRPr lang="en-IN" altLang="en-US" sz="1600">
              <a:ea typeface="Microsoft YaHei" panose="020B0503020204020204" pitchFamily="34" charset="-122"/>
            </a:endParaRPr>
          </a:p>
          <a:p>
            <a:pPr>
              <a:spcBef>
                <a:spcPts val="425"/>
              </a:spcBef>
              <a:buClrTx/>
              <a:buFontTx/>
              <a:buNone/>
            </a:pPr>
            <a:endParaRPr lang="en-IN" altLang="en-US" sz="1600">
              <a:ea typeface="Microsoft YaHei" panose="020B0503020204020204" pitchFamily="34" charset="-122"/>
            </a:endParaRPr>
          </a:p>
          <a:p>
            <a:pPr>
              <a:spcBef>
                <a:spcPts val="425"/>
              </a:spcBef>
              <a:buClrTx/>
              <a:buFontTx/>
              <a:buNone/>
            </a:pPr>
            <a:endParaRPr lang="en-IN" altLang="en-US" sz="1600">
              <a:ea typeface="Microsoft YaHei" panose="020B0503020204020204" pitchFamily="34" charset="-122"/>
            </a:endParaRPr>
          </a:p>
          <a:p>
            <a:pPr>
              <a:spcBef>
                <a:spcPts val="425"/>
              </a:spcBef>
              <a:buFont typeface="Arial" panose="020B0604020202020204" pitchFamily="34" charset="0"/>
              <a:buChar char="•"/>
            </a:pPr>
            <a:r>
              <a:rPr lang="en-IN" altLang="en-US" sz="1600">
                <a:ea typeface="Microsoft YaHei" panose="020B0503020204020204" pitchFamily="34" charset="-122"/>
              </a:rPr>
              <a:t>First condition, author should be charan and cost should be 450.</a:t>
            </a:r>
          </a:p>
          <a:p>
            <a:pPr>
              <a:spcBef>
                <a:spcPts val="425"/>
              </a:spcBef>
              <a:buFont typeface="Arial" panose="020B0604020202020204" pitchFamily="34" charset="0"/>
              <a:buChar char="•"/>
            </a:pPr>
            <a:r>
              <a:rPr lang="en-IN" altLang="en-US" sz="1600">
                <a:ea typeface="Microsoft YaHei" panose="020B0503020204020204" pitchFamily="34" charset="-122"/>
              </a:rPr>
              <a:t>Second condition, with or, author is charan and cost is 350.  Results are displayed based on the given condition.</a:t>
            </a:r>
          </a:p>
        </p:txBody>
      </p:sp>
      <p:pic>
        <p:nvPicPr>
          <p:cNvPr id="30723" name="Picture 3">
            <a:extLst>
              <a:ext uri="{FF2B5EF4-FFF2-40B4-BE49-F238E27FC236}">
                <a16:creationId xmlns:a16="http://schemas.microsoft.com/office/drawing/2014/main" id="{56B9F118-E401-3FA1-5142-4883ACC218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2276475"/>
            <a:ext cx="7080250" cy="2844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5" name="Text Box 1">
            <a:extLst>
              <a:ext uri="{FF2B5EF4-FFF2-40B4-BE49-F238E27FC236}">
                <a16:creationId xmlns:a16="http://schemas.microsoft.com/office/drawing/2014/main" id="{571CB99B-49EF-F544-F202-72D66D807F3C}"/>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Projection.</a:t>
            </a:r>
          </a:p>
        </p:txBody>
      </p:sp>
      <p:sp>
        <p:nvSpPr>
          <p:cNvPr id="31746" name="Text Box 2">
            <a:extLst>
              <a:ext uri="{FF2B5EF4-FFF2-40B4-BE49-F238E27FC236}">
                <a16:creationId xmlns:a16="http://schemas.microsoft.com/office/drawing/2014/main" id="{6E0081E3-61A7-EC1A-87F7-4DE00110B875}"/>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825"/>
              </a:spcBef>
              <a:buFont typeface="Arial" panose="020B0604020202020204" pitchFamily="34" charset="0"/>
              <a:buChar char="•"/>
            </a:pPr>
            <a:r>
              <a:rPr lang="en-IN" altLang="en-US" sz="3200">
                <a:ea typeface="Microsoft YaHei" panose="020B0503020204020204" pitchFamily="34" charset="-122"/>
              </a:rPr>
              <a:t>Projection is displaying the fields we want and not displaying the fields which we do not want.</a:t>
            </a:r>
          </a:p>
          <a:p>
            <a:pPr>
              <a:spcBef>
                <a:spcPts val="825"/>
              </a:spcBef>
              <a:buFont typeface="Arial" panose="020B0604020202020204" pitchFamily="34" charset="0"/>
              <a:buChar char="•"/>
            </a:pPr>
            <a:r>
              <a:rPr lang="en-IN" altLang="en-US" sz="3200">
                <a:ea typeface="Microsoft YaHei" panose="020B0503020204020204" pitchFamily="34" charset="-122"/>
              </a:rPr>
              <a:t>Db.colleciton name.find({},{key:0/1}) </a:t>
            </a:r>
            <a:r>
              <a:rPr lang="en-IN" altLang="en-US" sz="3200">
                <a:latin typeface="Wingdings" panose="05000000000000000000" pitchFamily="2" charset="2"/>
              </a:rPr>
              <a:t></a:t>
            </a:r>
            <a:r>
              <a:rPr lang="en-IN" altLang="en-US" sz="3200">
                <a:ea typeface="Microsoft YaHei" panose="020B0503020204020204" pitchFamily="34" charset="-122"/>
              </a:rPr>
              <a:t> when the key is set to 1 that field is displayed else it will not be displayed.</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69" name="Text Box 1">
            <a:extLst>
              <a:ext uri="{FF2B5EF4-FFF2-40B4-BE49-F238E27FC236}">
                <a16:creationId xmlns:a16="http://schemas.microsoft.com/office/drawing/2014/main" id="{D8D44A13-85A4-18FA-F90F-1A7B01D5B676}"/>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Limit() and Skip() in find().</a:t>
            </a:r>
          </a:p>
        </p:txBody>
      </p:sp>
      <p:sp>
        <p:nvSpPr>
          <p:cNvPr id="32770" name="Text Box 2">
            <a:extLst>
              <a:ext uri="{FF2B5EF4-FFF2-40B4-BE49-F238E27FC236}">
                <a16:creationId xmlns:a16="http://schemas.microsoft.com/office/drawing/2014/main" id="{3F9B7878-AE68-2D4E-9C07-BD6C15E15E2C}"/>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525"/>
              </a:spcBef>
              <a:buFont typeface="Arial" panose="020B0604020202020204" pitchFamily="34" charset="0"/>
              <a:buChar char="•"/>
            </a:pPr>
            <a:r>
              <a:rPr lang="en-IN" altLang="en-US" sz="2000">
                <a:ea typeface="Microsoft YaHei" panose="020B0503020204020204" pitchFamily="34" charset="-122"/>
              </a:rPr>
              <a:t>Limit(n) will display first n records from the collection.</a:t>
            </a:r>
          </a:p>
          <a:p>
            <a:pPr>
              <a:spcBef>
                <a:spcPts val="525"/>
              </a:spcBef>
              <a:buFont typeface="Arial" panose="020B0604020202020204" pitchFamily="34" charset="0"/>
              <a:buChar char="•"/>
            </a:pPr>
            <a:r>
              <a:rPr lang="en-IN" altLang="en-US" sz="2000">
                <a:ea typeface="Microsoft YaHei" panose="020B0503020204020204" pitchFamily="34" charset="-122"/>
              </a:rPr>
              <a:t>Skip(n) will skip n records from the beginning.</a:t>
            </a:r>
          </a:p>
          <a:p>
            <a:pPr>
              <a:spcBef>
                <a:spcPts val="525"/>
              </a:spcBef>
              <a:buFont typeface="Arial" panose="020B0604020202020204" pitchFamily="34" charset="0"/>
              <a:buChar char="•"/>
            </a:pPr>
            <a:r>
              <a:rPr lang="en-IN" altLang="en-US" sz="2000">
                <a:ea typeface="Microsoft YaHei" panose="020B0503020204020204" pitchFamily="34" charset="-122"/>
              </a:rPr>
              <a:t>Syntax : db.collection name.find().limit (n) or db.collection name.find().skip(2).limit(1)</a:t>
            </a:r>
          </a:p>
          <a:p>
            <a:pPr>
              <a:spcBef>
                <a:spcPts val="525"/>
              </a:spcBef>
              <a:buClrTx/>
              <a:buFontTx/>
              <a:buNone/>
            </a:pPr>
            <a:endParaRPr lang="en-IN" altLang="en-US" sz="2000">
              <a:ea typeface="Microsoft YaHei" panose="020B0503020204020204" pitchFamily="34" charset="-122"/>
            </a:endParaRPr>
          </a:p>
        </p:txBody>
      </p:sp>
      <p:pic>
        <p:nvPicPr>
          <p:cNvPr id="32771" name="Picture 3">
            <a:extLst>
              <a:ext uri="{FF2B5EF4-FFF2-40B4-BE49-F238E27FC236}">
                <a16:creationId xmlns:a16="http://schemas.microsoft.com/office/drawing/2014/main" id="{730BD802-D4D9-94C1-1598-97071F1625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141663"/>
            <a:ext cx="9455150" cy="2946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3" name="Text Box 1">
            <a:extLst>
              <a:ext uri="{FF2B5EF4-FFF2-40B4-BE49-F238E27FC236}">
                <a16:creationId xmlns:a16="http://schemas.microsoft.com/office/drawing/2014/main" id="{9B0D16AC-AE6A-4AB5-B832-BC753D57AA06}"/>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Sorting the data.</a:t>
            </a:r>
          </a:p>
        </p:txBody>
      </p:sp>
      <p:sp>
        <p:nvSpPr>
          <p:cNvPr id="33794" name="Text Box 2">
            <a:extLst>
              <a:ext uri="{FF2B5EF4-FFF2-40B4-BE49-F238E27FC236}">
                <a16:creationId xmlns:a16="http://schemas.microsoft.com/office/drawing/2014/main" id="{770F7D87-A692-C45D-74A3-413FC53D38FD}"/>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475"/>
              </a:spcBef>
              <a:buFont typeface="Arial" panose="020B0604020202020204" pitchFamily="34" charset="0"/>
              <a:buChar char="•"/>
            </a:pPr>
            <a:r>
              <a:rPr lang="en-IN" altLang="en-US">
                <a:ea typeface="Microsoft YaHei" panose="020B0503020204020204" pitchFamily="34" charset="-122"/>
              </a:rPr>
              <a:t>Sort() is used to sort the data displayed from collection.  </a:t>
            </a:r>
          </a:p>
          <a:p>
            <a:pPr>
              <a:spcBef>
                <a:spcPts val="475"/>
              </a:spcBef>
              <a:buFont typeface="Arial" panose="020B0604020202020204" pitchFamily="34" charset="0"/>
              <a:buChar char="•"/>
            </a:pPr>
            <a:r>
              <a:rPr lang="en-IN" altLang="en-US">
                <a:ea typeface="Microsoft YaHei" panose="020B0503020204020204" pitchFamily="34" charset="-122"/>
              </a:rPr>
              <a:t>Syntax is sort ({key/field name:1/-1}) </a:t>
            </a:r>
            <a:r>
              <a:rPr lang="en-IN" altLang="en-US">
                <a:latin typeface="Wingdings" panose="05000000000000000000" pitchFamily="2" charset="2"/>
              </a:rPr>
              <a:t></a:t>
            </a:r>
            <a:r>
              <a:rPr lang="en-IN" altLang="en-US">
                <a:ea typeface="Microsoft YaHei" panose="020B0503020204020204" pitchFamily="34" charset="-122"/>
              </a:rPr>
              <a:t> 1 sorts the field in ascending order and -1 sorts in descending order.  </a:t>
            </a:r>
          </a:p>
          <a:p>
            <a:pPr>
              <a:spcBef>
                <a:spcPts val="475"/>
              </a:spcBef>
              <a:buFont typeface="Arial" panose="020B0604020202020204" pitchFamily="34" charset="0"/>
              <a:buChar char="•"/>
            </a:pPr>
            <a:r>
              <a:rPr lang="en-IN" altLang="en-US">
                <a:ea typeface="Microsoft YaHei" panose="020B0503020204020204" pitchFamily="34" charset="-122"/>
              </a:rPr>
              <a:t>Db.books.find().sort ({title:1}) </a:t>
            </a:r>
            <a:r>
              <a:rPr lang="en-IN" altLang="en-US">
                <a:latin typeface="Wingdings" panose="05000000000000000000" pitchFamily="2" charset="2"/>
              </a:rPr>
              <a:t></a:t>
            </a:r>
            <a:r>
              <a:rPr lang="en-IN" altLang="en-US">
                <a:ea typeface="Microsoft YaHei" panose="020B0503020204020204" pitchFamily="34" charset="-122"/>
              </a:rPr>
              <a:t> Displays all the records after sorting field title in the ascending order and next command author sorts in descending order.</a:t>
            </a:r>
          </a:p>
          <a:p>
            <a:pPr>
              <a:spcBef>
                <a:spcPts val="475"/>
              </a:spcBef>
              <a:buClrTx/>
              <a:buFontTx/>
              <a:buNone/>
            </a:pPr>
            <a:endParaRPr lang="en-IN" altLang="en-US">
              <a:ea typeface="Microsoft YaHei" panose="020B0503020204020204" pitchFamily="34" charset="-122"/>
            </a:endParaRPr>
          </a:p>
        </p:txBody>
      </p:sp>
      <p:pic>
        <p:nvPicPr>
          <p:cNvPr id="33795" name="Picture 3">
            <a:extLst>
              <a:ext uri="{FF2B5EF4-FFF2-40B4-BE49-F238E27FC236}">
                <a16:creationId xmlns:a16="http://schemas.microsoft.com/office/drawing/2014/main" id="{0830145A-E77E-B5DB-2190-BCEE30884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3213100"/>
            <a:ext cx="9417050" cy="3860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7" name="Text Box 1">
            <a:extLst>
              <a:ext uri="{FF2B5EF4-FFF2-40B4-BE49-F238E27FC236}">
                <a16:creationId xmlns:a16="http://schemas.microsoft.com/office/drawing/2014/main" id="{2A825E8D-D950-748C-CF6A-7BCAF1C9BD73}"/>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Indexing.</a:t>
            </a:r>
          </a:p>
        </p:txBody>
      </p:sp>
      <p:sp>
        <p:nvSpPr>
          <p:cNvPr id="34818" name="Text Box 2">
            <a:extLst>
              <a:ext uri="{FF2B5EF4-FFF2-40B4-BE49-F238E27FC236}">
                <a16:creationId xmlns:a16="http://schemas.microsoft.com/office/drawing/2014/main" id="{9866AC02-118C-9F9C-BACF-6CBA8E5722EB}"/>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325"/>
              </a:spcBef>
              <a:buFont typeface="Arial" panose="020B0604020202020204" pitchFamily="34" charset="0"/>
              <a:buChar char="•"/>
            </a:pPr>
            <a:r>
              <a:rPr lang="en-IN" altLang="en-US" sz="1200">
                <a:ea typeface="Microsoft YaHei" panose="020B0503020204020204" pitchFamily="34" charset="-122"/>
              </a:rPr>
              <a:t>Indexing on a particular field will improve performance while retrieving data on that particular field.</a:t>
            </a:r>
          </a:p>
          <a:p>
            <a:pPr>
              <a:spcBef>
                <a:spcPts val="325"/>
              </a:spcBef>
              <a:buFont typeface="Arial" panose="020B0604020202020204" pitchFamily="34" charset="0"/>
              <a:buChar char="•"/>
            </a:pPr>
            <a:r>
              <a:rPr lang="en-IN" altLang="en-US" sz="1200">
                <a:ea typeface="Microsoft YaHei" panose="020B0503020204020204" pitchFamily="34" charset="-122"/>
              </a:rPr>
              <a:t>Indexing in MongoDB can be created using db.collection name.createInde({field name:1/-1}) </a:t>
            </a:r>
            <a:r>
              <a:rPr lang="en-IN" altLang="en-US" sz="1200">
                <a:latin typeface="Wingdings" panose="05000000000000000000" pitchFamily="2" charset="2"/>
              </a:rPr>
              <a:t></a:t>
            </a:r>
            <a:r>
              <a:rPr lang="en-IN" altLang="en-US" sz="1200">
                <a:ea typeface="Microsoft YaHei" panose="020B0503020204020204" pitchFamily="34" charset="-122"/>
              </a:rPr>
              <a:t> 1 will index the field/key in ascending order, -1 will index the field in descending order.</a:t>
            </a:r>
          </a:p>
          <a:p>
            <a:pPr>
              <a:spcBef>
                <a:spcPts val="325"/>
              </a:spcBef>
              <a:buFont typeface="Arial" panose="020B0604020202020204" pitchFamily="34" charset="0"/>
              <a:buChar char="•"/>
            </a:pPr>
            <a:r>
              <a:rPr lang="en-IN" altLang="en-US" sz="1200">
                <a:ea typeface="Microsoft YaHei" panose="020B0503020204020204" pitchFamily="34" charset="-122"/>
              </a:rPr>
              <a:t>Db.collection name.getIndexes() </a:t>
            </a:r>
            <a:r>
              <a:rPr lang="en-IN" altLang="en-US" sz="1200">
                <a:latin typeface="Wingdings" panose="05000000000000000000" pitchFamily="2" charset="2"/>
              </a:rPr>
              <a:t></a:t>
            </a:r>
            <a:r>
              <a:rPr lang="en-IN" altLang="en-US" sz="1200">
                <a:ea typeface="Microsoft YaHei" panose="020B0503020204020204" pitchFamily="34" charset="-122"/>
              </a:rPr>
              <a:t> will display all the available indexes of the collection.</a:t>
            </a:r>
          </a:p>
          <a:p>
            <a:pPr>
              <a:spcBef>
                <a:spcPts val="325"/>
              </a:spcBef>
              <a:buClrTx/>
              <a:buFontTx/>
              <a:buNone/>
            </a:pPr>
            <a:endParaRPr lang="en-IN" altLang="en-US" sz="1200">
              <a:ea typeface="Microsoft YaHei" panose="020B0503020204020204" pitchFamily="34" charset="-122"/>
            </a:endParaRPr>
          </a:p>
        </p:txBody>
      </p:sp>
      <p:pic>
        <p:nvPicPr>
          <p:cNvPr id="34819" name="Picture 3">
            <a:extLst>
              <a:ext uri="{FF2B5EF4-FFF2-40B4-BE49-F238E27FC236}">
                <a16:creationId xmlns:a16="http://schemas.microsoft.com/office/drawing/2014/main" id="{2476ECB6-E9F3-AB02-841F-80B355D0C8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2492375"/>
            <a:ext cx="5676900" cy="47339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1" name="Text Box 1">
            <a:extLst>
              <a:ext uri="{FF2B5EF4-FFF2-40B4-BE49-F238E27FC236}">
                <a16:creationId xmlns:a16="http://schemas.microsoft.com/office/drawing/2014/main" id="{CC8BF140-A071-F1A9-7FD6-F59FB1E7C7B5}"/>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IN" altLang="en-US" sz="4400">
                <a:ea typeface="Microsoft YaHei" panose="020B0503020204020204" pitchFamily="34" charset="-122"/>
              </a:rPr>
              <a:t>Remove the Index.</a:t>
            </a:r>
          </a:p>
        </p:txBody>
      </p:sp>
      <p:sp>
        <p:nvSpPr>
          <p:cNvPr id="35842" name="Text Box 2">
            <a:extLst>
              <a:ext uri="{FF2B5EF4-FFF2-40B4-BE49-F238E27FC236}">
                <a16:creationId xmlns:a16="http://schemas.microsoft.com/office/drawing/2014/main" id="{A63CE036-3A87-56AE-74DC-4D422F3DC7AB}"/>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475"/>
              </a:spcBef>
              <a:buFont typeface="Arial" panose="020B0604020202020204" pitchFamily="34" charset="0"/>
              <a:buChar char="•"/>
            </a:pPr>
            <a:r>
              <a:rPr lang="en-IN" altLang="en-US">
                <a:ea typeface="Microsoft YaHei" panose="020B0503020204020204" pitchFamily="34" charset="-122"/>
              </a:rPr>
              <a:t>dropIndex() is used to remove the Index.</a:t>
            </a:r>
          </a:p>
          <a:p>
            <a:pPr>
              <a:spcBef>
                <a:spcPts val="475"/>
              </a:spcBef>
              <a:buFont typeface="Arial" panose="020B0604020202020204" pitchFamily="34" charset="0"/>
              <a:buChar char="•"/>
            </a:pPr>
            <a:r>
              <a:rPr lang="en-IN" altLang="en-US">
                <a:ea typeface="Microsoft YaHei" panose="020B0503020204020204" pitchFamily="34" charset="-122"/>
              </a:rPr>
              <a:t>Syntax is : db.collection name.dropIndex {(Key:1/-1}).</a:t>
            </a:r>
          </a:p>
          <a:p>
            <a:pPr>
              <a:spcBef>
                <a:spcPts val="325"/>
              </a:spcBef>
              <a:buFont typeface="Arial" panose="020B0604020202020204" pitchFamily="34" charset="0"/>
              <a:buChar char="•"/>
            </a:pPr>
            <a:r>
              <a:rPr lang="en-IN" altLang="en-US" sz="1200">
                <a:ea typeface="Microsoft YaHei" panose="020B0503020204020204" pitchFamily="34" charset="-122"/>
              </a:rPr>
              <a:t> </a:t>
            </a:r>
          </a:p>
        </p:txBody>
      </p:sp>
      <p:pic>
        <p:nvPicPr>
          <p:cNvPr id="35843" name="Picture 3">
            <a:extLst>
              <a:ext uri="{FF2B5EF4-FFF2-40B4-BE49-F238E27FC236}">
                <a16:creationId xmlns:a16="http://schemas.microsoft.com/office/drawing/2014/main" id="{73B1D34A-56EB-42D7-6AF6-87B4E15E07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2555875"/>
            <a:ext cx="5638800" cy="42862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5" name="Text Box 1">
            <a:extLst>
              <a:ext uri="{FF2B5EF4-FFF2-40B4-BE49-F238E27FC236}">
                <a16:creationId xmlns:a16="http://schemas.microsoft.com/office/drawing/2014/main" id="{0E8CF949-263F-35C0-3BE7-2AB789F9CA9E}"/>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Aggregate Functions</a:t>
            </a:r>
          </a:p>
        </p:txBody>
      </p:sp>
      <p:sp>
        <p:nvSpPr>
          <p:cNvPr id="36866" name="Text Box 2">
            <a:extLst>
              <a:ext uri="{FF2B5EF4-FFF2-40B4-BE49-F238E27FC236}">
                <a16:creationId xmlns:a16="http://schemas.microsoft.com/office/drawing/2014/main" id="{03A9791D-F032-A25F-7F07-0B24F3F78B45}"/>
              </a:ext>
            </a:extLst>
          </p:cNvPr>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spcBef>
                <a:spcPts val="725"/>
              </a:spcBef>
              <a:buFont typeface="Arial" panose="020B0604020202020204" pitchFamily="34" charset="0"/>
              <a:buChar char="•"/>
            </a:pPr>
            <a:r>
              <a:rPr lang="en-US" altLang="en-US" sz="2800">
                <a:ea typeface="Microsoft YaHei" panose="020B0503020204020204" pitchFamily="34" charset="-122"/>
              </a:rPr>
              <a:t>Some of aggregate functions are Min, Max, Avg, Sum.</a:t>
            </a:r>
          </a:p>
          <a:p>
            <a:pPr>
              <a:spcBef>
                <a:spcPts val="725"/>
              </a:spcBef>
              <a:buFont typeface="Arial" panose="020B0604020202020204" pitchFamily="34" charset="0"/>
              <a:buChar char="•"/>
            </a:pPr>
            <a:r>
              <a:rPr lang="en-US" altLang="en-US" sz="2800">
                <a:ea typeface="Microsoft YaHei" panose="020B0503020204020204" pitchFamily="34" charset="-122"/>
              </a:rPr>
              <a:t>Syntax is :</a:t>
            </a:r>
          </a:p>
          <a:p>
            <a:pPr>
              <a:spcBef>
                <a:spcPts val="725"/>
              </a:spcBef>
              <a:buFont typeface="Arial" panose="020B0604020202020204" pitchFamily="34" charset="0"/>
              <a:buChar char="•"/>
            </a:pPr>
            <a:r>
              <a:rPr lang="en-IN" altLang="en-US" sz="2800">
                <a:ea typeface="Microsoft YaHei" panose="020B0503020204020204" pitchFamily="34" charset="-122"/>
              </a:rPr>
              <a:t>db.books.aggregate([{$group: {_id:null, MinimumCost:{$min:"$cost"}}}])</a:t>
            </a:r>
          </a:p>
          <a:p>
            <a:pPr>
              <a:spcBef>
                <a:spcPts val="725"/>
              </a:spcBef>
              <a:buClrTx/>
              <a:buFontTx/>
              <a:buNone/>
            </a:pPr>
            <a:r>
              <a:rPr lang="en-US" altLang="en-US" sz="2800">
                <a:ea typeface="Microsoft YaHei" panose="020B0503020204020204" pitchFamily="34" charset="-122"/>
              </a:rPr>
              <a:t>      It groups by Id, since it is null all the records are considered individually.  MinimumCost is the string to be displayed after performing aggregating function.  $min/$max/$avg/$sum can be used as aggregate functions. And the next is the field or key on which aggregate functions to be operated upon.</a:t>
            </a: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89" name="Text Box 1">
            <a:extLst>
              <a:ext uri="{FF2B5EF4-FFF2-40B4-BE49-F238E27FC236}">
                <a16:creationId xmlns:a16="http://schemas.microsoft.com/office/drawing/2014/main" id="{9CCA9DA7-DD73-6290-E708-8C349F8C7292}"/>
              </a:ext>
            </a:extLst>
          </p:cNvPr>
          <p:cNvSpPr txBox="1">
            <a:spLocks noChangeArrowheads="1"/>
          </p:cNvSpPr>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Aggregate functions</a:t>
            </a:r>
          </a:p>
        </p:txBody>
      </p:sp>
      <p:pic>
        <p:nvPicPr>
          <p:cNvPr id="37890" name="Picture 2">
            <a:extLst>
              <a:ext uri="{FF2B5EF4-FFF2-40B4-BE49-F238E27FC236}">
                <a16:creationId xmlns:a16="http://schemas.microsoft.com/office/drawing/2014/main" id="{063A956B-0394-5CE2-0B6D-B4A8F8FF28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3" y="1304925"/>
            <a:ext cx="9271000" cy="43116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3" name="Text Box 1">
            <a:extLst>
              <a:ext uri="{FF2B5EF4-FFF2-40B4-BE49-F238E27FC236}">
                <a16:creationId xmlns:a16="http://schemas.microsoft.com/office/drawing/2014/main" id="{C436C498-1462-018F-0FAC-F04E19B198FD}"/>
              </a:ext>
            </a:extLst>
          </p:cNvPr>
          <p:cNvSpPr txBox="1">
            <a:spLocks noChangeArrowheads="1"/>
          </p:cNvSpPr>
          <p:nvPr/>
        </p:nvSpPr>
        <p:spPr bwMode="auto">
          <a:xfrm>
            <a:off x="395288" y="3068638"/>
            <a:ext cx="82296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5pPr>
            <a:lvl6pPr marL="25146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6pPr>
            <a:lvl7pPr marL="29718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7pPr>
            <a:lvl8pPr marL="34290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8pPr>
            <a:lvl9pPr marL="3886200" indent="-228600" defTabSz="449263" fontAlgn="base">
              <a:spcBef>
                <a:spcPts val="25"/>
              </a:spcBef>
              <a:spcAft>
                <a:spcPts val="25"/>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3038" algn="l"/>
                <a:tab pos="107823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altLang="en-US" sz="4400">
                <a:ea typeface="Microsoft YaHei" panose="020B0503020204020204" pitchFamily="34" charset="-122"/>
              </a:rPr>
              <a:t>Thank you!</a:t>
            </a:r>
          </a:p>
        </p:txBody>
      </p:sp>
    </p:spTree>
  </p:cSld>
  <p:clrMapOvr>
    <a:masterClrMapping/>
  </p:clrMapOvr>
  <p:transition spd="slow"/>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alibri"/>
        <a:ea typeface="Microsoft YaHei"/>
        <a:cs typeface=""/>
      </a:majorFont>
      <a:minorFont>
        <a:latin typeface="Calibri"/>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ts val="25"/>
          </a:spcBef>
          <a:spcAft>
            <a:spcPts val="25"/>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alibri" panose="020F0502020204030204" pitchFamily="34" charset="0"/>
            <a:cs typeface="Arial" panose="020B0604020202020204" pitchFamily="34"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ts val="25"/>
          </a:spcBef>
          <a:spcAft>
            <a:spcPts val="25"/>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alibri" panose="020F0502020204030204" pitchFamily="34" charset="0"/>
            <a:cs typeface="Arial" panose="020B0604020202020204" pitchFamily="34"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36</Slides>
  <Notes>36</Notes>
  <HiddenSlides>0</HiddenSlide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Pathak, Onkar Sachin (Contractor)</cp:lastModifiedBy>
  <cp:revision>5</cp:revision>
  <dcterms:modified xsi:type="dcterms:W3CDTF">2026-05-29T03:42:42Z</dcterms:modified>
</cp:coreProperties>
</file>